
<file path=[Content_Types].xml><?xml version="1.0" encoding="utf-8"?>
<Types xmlns="http://schemas.openxmlformats.org/package/2006/content-types">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Lst>
  <p:sldSz cx="9144000" cy="5143500" type="screen16x9"/>
  <p:notesSz cx="6858000" cy="9144000"/>
  <p:embeddedFontLst>
    <p:embeddedFont>
      <p:font typeface="Tahoma" panose="020B0604030504040204"/>
      <p:regular r:id="rId14"/>
    </p:embeddedFont>
    <p:embeddedFont>
      <p:font typeface="Calibri" panose="020F0502020204030204"/>
      <p:regular r:id="rId15"/>
    </p:embeddedFont>
    <p:embeddedFont>
      <p:font typeface="Century Gothic" panose="020B0502020202020204"/>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p:scale>
          <a:sx n="96" d="100"/>
          <a:sy n="96" d="100"/>
        </p:scale>
        <p:origin x="420" y="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font" Target="fonts/font3.fntdata"/><Relationship Id="rId15" Type="http://schemas.openxmlformats.org/officeDocument/2006/relationships/font" Target="fonts/font2.fntdata"/><Relationship Id="rId14" Type="http://schemas.openxmlformats.org/officeDocument/2006/relationships/font" Target="fonts/font1.fntdata"/><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3"/>
        <p:cNvGrpSpPr/>
        <p:nvPr/>
      </p:nvGrpSpPr>
      <p:grpSpPr>
        <a:xfrm>
          <a:off x="0" y="0"/>
          <a:ext cx="0" cy="0"/>
          <a:chOff x="0" y="0"/>
          <a:chExt cx="0" cy="0"/>
        </a:xfrm>
      </p:grpSpPr>
      <p:sp>
        <p:nvSpPr>
          <p:cNvPr id="114" name="Google Shape;114;g3ca22fd434e_2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5" name="Google Shape;115;g3ca22fd434e_2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g3ca22fd434e_2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22" name="Google Shape;122;g3ca22fd434e_2_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tLang="zh-CN"/>
              <a:t>First, there is the edit slots operation that can only be performed on the teacher's end.</a:t>
            </a:r>
            <a:endParaRPr lang="en-US" altLang="zh-CN"/>
          </a:p>
          <a:p>
            <a:pPr marL="0" lvl="0" indent="0" algn="l" rtl="0">
              <a:spcBef>
                <a:spcPts val="0"/>
              </a:spcBef>
              <a:spcAft>
                <a:spcPts val="0"/>
              </a:spcAft>
              <a:buNone/>
            </a:pPr>
            <a:endParaRPr lang="en-US" altLang="zh-CN"/>
          </a:p>
          <a:p>
            <a:pPr marL="0" lvl="0" indent="0" algn="l" rtl="0">
              <a:spcBef>
                <a:spcPts val="0"/>
              </a:spcBef>
              <a:spcAft>
                <a:spcPts val="0"/>
              </a:spcAft>
              <a:buNone/>
            </a:pPr>
            <a:r>
              <a:rPr lang="en-US" altLang="zh-CN"/>
              <a:t>The first method is to directly add the slots for the current selected day on the home page. You can quickly create multiple slots by choosing the start time, duration, and the intervals between each slot. You can choose whether to have the meeting online or offline. For online meetings, you can add the relevant online meeting room links. Multiple slots can be created each time, and when deleting, multiple or single items can be selected for deletion.</a:t>
            </a:r>
            <a:endParaRPr lang="en-US" altLang="zh-CN"/>
          </a:p>
          <a:p>
            <a:pPr marL="0" lvl="0" indent="0" algn="l" rtl="0">
              <a:spcBef>
                <a:spcPts val="0"/>
              </a:spcBef>
              <a:spcAft>
                <a:spcPts val="0"/>
              </a:spcAft>
              <a:buNone/>
            </a:pPr>
            <a:endParaRPr lang="en-US" altLang="zh-CN"/>
          </a:p>
          <a:p>
            <a:pPr marL="0" lvl="0" indent="0" algn="l" rtl="0">
              <a:spcBef>
                <a:spcPts val="0"/>
              </a:spcBef>
              <a:spcAft>
                <a:spcPts val="0"/>
              </a:spcAft>
              <a:buNone/>
            </a:pPr>
            <a:r>
              <a:rPr lang="en-US" altLang="zh-CN"/>
              <a:t>The second method is to set the slots in a cyclic manner on the "add schedule" interface. We can choose to set the slots daily, weekly, or monthly to create a cyclic schedule. After the settings are completed, we can still remove the slots by selecting them. Similarly, we can also add the online meeting link.</a:t>
            </a:r>
            <a:endParaRPr lang="en-US" altLang="zh-CN"/>
          </a:p>
        </p:txBody>
      </p:sp>
      <p:sp>
        <p:nvSpPr>
          <p:cNvPr id="123" name="Google Shape;123;g3ca22fd434e_2_7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entury Gothic" panose="020B0502020202020204"/>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g3ca22fd434e_2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0" name="Google Shape;130;g3ca22fd434e_2_10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tLang="zh-CN"/>
              <a:t>First, for the first part: Teachers can view the relevant content by clicking on the details of the meeting. The teacher can record the specific duration of this meeting and the decisions made during it, and then send it to the students via email. And it is possible to check whether the students have made any prior appointments for the similar meeting, and display the specific dates.</a:t>
            </a:r>
            <a:endParaRPr lang="en-US" altLang="zh-CN"/>
          </a:p>
          <a:p>
            <a:pPr marL="0" lvl="0" indent="0" algn="l" rtl="0">
              <a:spcBef>
                <a:spcPts val="0"/>
              </a:spcBef>
              <a:spcAft>
                <a:spcPts val="0"/>
              </a:spcAft>
              <a:buNone/>
            </a:pPr>
            <a:endParaRPr lang="en-US" altLang="zh-CN"/>
          </a:p>
          <a:p>
            <a:pPr marL="0" lvl="0" indent="0" algn="l" rtl="0">
              <a:spcBef>
                <a:spcPts val="0"/>
              </a:spcBef>
              <a:spcAft>
                <a:spcPts val="0"/>
              </a:spcAft>
              <a:buNone/>
            </a:pPr>
            <a:r>
              <a:rPr lang="en-US" altLang="zh-CN"/>
              <a:t>Then comes the second part. If the teacher encounters an unexpected situation and is unable to meet on time, they can choose to postpone the meeting. They can modify the key information in the template and send an email to the students, or they can write it themselves and ask the students to schedule the next meeting time.</a:t>
            </a:r>
            <a:endParaRPr lang="en-US" altLang="zh-CN"/>
          </a:p>
        </p:txBody>
      </p:sp>
      <p:sp>
        <p:nvSpPr>
          <p:cNvPr id="131" name="Google Shape;131;g3ca22fd434e_2_10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entury Gothic" panose="020B0502020202020204"/>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6"/>
        <p:cNvGrpSpPr/>
        <p:nvPr/>
      </p:nvGrpSpPr>
      <p:grpSpPr>
        <a:xfrm>
          <a:off x="0" y="0"/>
          <a:ext cx="0" cy="0"/>
          <a:chOff x="0" y="0"/>
          <a:chExt cx="0" cy="0"/>
        </a:xfrm>
      </p:grpSpPr>
      <p:sp>
        <p:nvSpPr>
          <p:cNvPr id="137" name="Google Shape;137;g3ca22fd434e_2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38" name="Google Shape;138;g3ca22fd434e_2_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tLang="zh-CN"/>
              <a:t>For the student end, students can perform the following operations:</a:t>
            </a:r>
            <a:endParaRPr lang="en-US" altLang="zh-CN"/>
          </a:p>
          <a:p>
            <a:pPr marL="0" lvl="0" indent="0" algn="l" rtl="0">
              <a:spcBef>
                <a:spcPts val="0"/>
              </a:spcBef>
              <a:spcAft>
                <a:spcPts val="0"/>
              </a:spcAft>
              <a:buNone/>
            </a:pPr>
            <a:endParaRPr lang="en-US" altLang="zh-CN"/>
          </a:p>
          <a:p>
            <a:pPr marL="0" lvl="0" indent="0" algn="l" rtl="0">
              <a:spcBef>
                <a:spcPts val="0"/>
              </a:spcBef>
              <a:spcAft>
                <a:spcPts val="0"/>
              </a:spcAft>
              <a:buNone/>
            </a:pPr>
            <a:r>
              <a:rPr lang="en-US" altLang="zh-CN"/>
              <a:t>First, students can use the search bar to find the teachers they need to make an appointment with. Then, the corresponding available appointment times for that teacher this week will be displayed. Select the appropriate time and click "Book" to complete the process.</a:t>
            </a:r>
            <a:endParaRPr lang="en-US" altLang="zh-CN"/>
          </a:p>
          <a:p>
            <a:pPr marL="0" lvl="0" indent="0" algn="l" rtl="0">
              <a:spcBef>
                <a:spcPts val="0"/>
              </a:spcBef>
              <a:spcAft>
                <a:spcPts val="0"/>
              </a:spcAft>
              <a:buNone/>
            </a:pPr>
            <a:endParaRPr lang="en-US" altLang="zh-CN"/>
          </a:p>
          <a:p>
            <a:pPr marL="0" lvl="0" indent="0" algn="l" rtl="0">
              <a:spcBef>
                <a:spcPts val="0"/>
              </a:spcBef>
              <a:spcAft>
                <a:spcPts val="0"/>
              </a:spcAft>
              <a:buNone/>
            </a:pPr>
            <a:r>
              <a:rPr lang="en-US" altLang="zh-CN"/>
              <a:t>Secondly, if a student is unable to meet at the scheduled time, they can simply swipe right on the corresponding slot to delete it, and they can also provide the reason for their inability to attend.</a:t>
            </a:r>
            <a:endParaRPr lang="en-US" altLang="zh-CN"/>
          </a:p>
        </p:txBody>
      </p:sp>
      <p:sp>
        <p:nvSpPr>
          <p:cNvPr id="139" name="Google Shape;139;g3ca22fd434e_2_8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entury Gothic" panose="020B0502020202020204"/>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7"/>
        <p:cNvGrpSpPr/>
        <p:nvPr/>
      </p:nvGrpSpPr>
      <p:grpSpPr>
        <a:xfrm>
          <a:off x="0" y="0"/>
          <a:ext cx="0" cy="0"/>
          <a:chOff x="0" y="0"/>
          <a:chExt cx="0" cy="0"/>
        </a:xfrm>
      </p:grpSpPr>
      <p:sp>
        <p:nvSpPr>
          <p:cNvPr id="148" name="Google Shape;148;g3ca22fd434e_2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49" name="Google Shape;149;g3ca22fd434e_2_9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ltLang="zh-CN"/>
              <a:t>Finally, there are instructions regarding account information settings and logout. Select "logout" to exit, then re-enter your account password to log in again.</a:t>
            </a:r>
            <a:endParaRPr lang="en-US" altLang="zh-CN"/>
          </a:p>
        </p:txBody>
      </p:sp>
      <p:sp>
        <p:nvSpPr>
          <p:cNvPr id="150" name="Google Shape;150;g3ca22fd434e_2_9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entury Gothic" panose="020B0502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showMasterSp="0" matchingName="Úvodní snímek">
  <p:cSld name="TITLE">
    <p:spTree>
      <p:nvGrpSpPr>
        <p:cNvPr id="1" name="Shape 60"/>
        <p:cNvGrpSpPr/>
        <p:nvPr/>
      </p:nvGrpSpPr>
      <p:grpSpPr>
        <a:xfrm>
          <a:off x="0" y="0"/>
          <a:ext cx="0" cy="0"/>
          <a:chOff x="0" y="0"/>
          <a:chExt cx="0" cy="0"/>
        </a:xfrm>
      </p:grpSpPr>
      <p:pic>
        <p:nvPicPr>
          <p:cNvPr id="61" name="Google Shape;61;p14"/>
          <p:cNvPicPr preferRelativeResize="0"/>
          <p:nvPr/>
        </p:nvPicPr>
        <p:blipFill rotWithShape="1">
          <a:blip r:embed="rId2"/>
          <a:srcRect/>
          <a:stretch>
            <a:fillRect/>
          </a:stretch>
        </p:blipFill>
        <p:spPr>
          <a:xfrm>
            <a:off x="5863289" y="3867894"/>
            <a:ext cx="3137203" cy="646401"/>
          </a:xfrm>
          <a:prstGeom prst="rect">
            <a:avLst/>
          </a:prstGeom>
          <a:noFill/>
          <a:ln>
            <a:noFill/>
          </a:ln>
        </p:spPr>
      </p:pic>
      <p:sp>
        <p:nvSpPr>
          <p:cNvPr id="62" name="Google Shape;62;p14"/>
          <p:cNvSpPr/>
          <p:nvPr/>
        </p:nvSpPr>
        <p:spPr>
          <a:xfrm>
            <a:off x="8118507" y="4898231"/>
            <a:ext cx="49213" cy="215504"/>
          </a:xfrm>
          <a:prstGeom prst="rect">
            <a:avLst/>
          </a:pr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B9000C"/>
              </a:buClr>
              <a:buSzPts val="1800"/>
              <a:buFont typeface="Tahoma" panose="020B0604030504040204"/>
              <a:buNone/>
            </a:pPr>
            <a:endParaRPr sz="1800" b="1" i="0" u="none" strike="noStrike" cap="none">
              <a:solidFill>
                <a:srgbClr val="B9000C"/>
              </a:solidFill>
              <a:latin typeface="Tahoma" panose="020B0604030504040204"/>
              <a:ea typeface="Tahoma" panose="020B0604030504040204"/>
              <a:cs typeface="Tahoma" panose="020B0604030504040204"/>
              <a:sym typeface="Tahoma" panose="020B0604030504040204"/>
            </a:endParaRPr>
          </a:p>
        </p:txBody>
      </p:sp>
      <p:sp>
        <p:nvSpPr>
          <p:cNvPr id="63" name="Google Shape;63;p14"/>
          <p:cNvSpPr/>
          <p:nvPr/>
        </p:nvSpPr>
        <p:spPr>
          <a:xfrm>
            <a:off x="-4564" y="-19980"/>
            <a:ext cx="9148564" cy="2699147"/>
          </a:xfrm>
          <a:prstGeom prst="rect">
            <a:avLst/>
          </a:prstGeom>
          <a:solidFill>
            <a:srgbClr val="00A9E0"/>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B9000C"/>
              </a:buClr>
              <a:buSzPts val="1800"/>
              <a:buFont typeface="Tahoma" panose="020B0604030504040204"/>
              <a:buNone/>
            </a:pPr>
            <a:endParaRPr sz="1800" b="1" i="0" u="none" strike="noStrike" cap="none">
              <a:solidFill>
                <a:srgbClr val="B9000C"/>
              </a:solidFill>
              <a:latin typeface="Tahoma" panose="020B0604030504040204"/>
              <a:ea typeface="Tahoma" panose="020B0604030504040204"/>
              <a:cs typeface="Tahoma" panose="020B0604030504040204"/>
              <a:sym typeface="Tahoma" panose="020B0604030504040204"/>
            </a:endParaRPr>
          </a:p>
        </p:txBody>
      </p:sp>
      <p:sp>
        <p:nvSpPr>
          <p:cNvPr id="64" name="Google Shape;64;p14"/>
          <p:cNvSpPr/>
          <p:nvPr/>
        </p:nvSpPr>
        <p:spPr>
          <a:xfrm>
            <a:off x="8131207" y="4898231"/>
            <a:ext cx="36513" cy="215504"/>
          </a:xfrm>
          <a:prstGeom prst="rect">
            <a:avLst/>
          </a:pr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B9000C"/>
              </a:buClr>
              <a:buSzPts val="1800"/>
              <a:buFont typeface="Tahoma" panose="020B0604030504040204"/>
              <a:buNone/>
            </a:pPr>
            <a:endParaRPr sz="1800" b="1" i="0" u="none" strike="noStrike" cap="none">
              <a:solidFill>
                <a:srgbClr val="B9000C"/>
              </a:solidFill>
              <a:latin typeface="Tahoma" panose="020B0604030504040204"/>
              <a:ea typeface="Tahoma" panose="020B0604030504040204"/>
              <a:cs typeface="Tahoma" panose="020B0604030504040204"/>
              <a:sym typeface="Tahoma" panose="020B0604030504040204"/>
            </a:endParaRPr>
          </a:p>
        </p:txBody>
      </p:sp>
      <p:sp>
        <p:nvSpPr>
          <p:cNvPr id="65" name="Google Shape;65;p14"/>
          <p:cNvSpPr/>
          <p:nvPr/>
        </p:nvSpPr>
        <p:spPr>
          <a:xfrm>
            <a:off x="8131207" y="4898231"/>
            <a:ext cx="36513" cy="215504"/>
          </a:xfrm>
          <a:prstGeom prst="rect">
            <a:avLst/>
          </a:pr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B9000C"/>
              </a:buClr>
              <a:buSzPts val="1800"/>
              <a:buFont typeface="Tahoma" panose="020B0604030504040204"/>
              <a:buNone/>
            </a:pPr>
            <a:endParaRPr sz="1800" b="1" i="0" u="none" strike="noStrike" cap="none">
              <a:solidFill>
                <a:srgbClr val="B9000C"/>
              </a:solidFill>
              <a:latin typeface="Tahoma" panose="020B0604030504040204"/>
              <a:ea typeface="Tahoma" panose="020B0604030504040204"/>
              <a:cs typeface="Tahoma" panose="020B0604030504040204"/>
              <a:sym typeface="Tahoma" panose="020B0604030504040204"/>
            </a:endParaRPr>
          </a:p>
        </p:txBody>
      </p:sp>
      <p:sp>
        <p:nvSpPr>
          <p:cNvPr id="66" name="Google Shape;66;p14"/>
          <p:cNvSpPr txBox="1">
            <a:spLocks noGrp="1"/>
          </p:cNvSpPr>
          <p:nvPr>
            <p:ph type="subTitle" idx="1"/>
          </p:nvPr>
        </p:nvSpPr>
        <p:spPr>
          <a:xfrm>
            <a:off x="0" y="2715816"/>
            <a:ext cx="5598114" cy="774036"/>
          </a:xfrm>
          <a:prstGeom prst="rect">
            <a:avLst/>
          </a:prstGeom>
          <a:noFill/>
          <a:ln>
            <a:noFill/>
          </a:ln>
        </p:spPr>
        <p:txBody>
          <a:bodyPr spcFirstLastPara="1" wrap="square" lIns="68575" tIns="34275" rIns="68575" bIns="34275" anchor="t" anchorCtr="0">
            <a:noAutofit/>
          </a:bodyPr>
          <a:lstStyle>
            <a:lvl1pPr lvl="0" algn="r">
              <a:spcBef>
                <a:spcPts val="500"/>
              </a:spcBef>
              <a:spcAft>
                <a:spcPts val="0"/>
              </a:spcAft>
              <a:buClr>
                <a:schemeClr val="dk1"/>
              </a:buClr>
              <a:buSzPts val="2400"/>
              <a:buFont typeface="Calibri" panose="020F0502020204030204"/>
              <a:buNone/>
              <a:defRPr sz="2400"/>
            </a:lvl1pPr>
            <a:lvl2pPr lvl="1" algn="l">
              <a:spcBef>
                <a:spcPts val="300"/>
              </a:spcBef>
              <a:spcAft>
                <a:spcPts val="0"/>
              </a:spcAft>
              <a:buClr>
                <a:schemeClr val="dk1"/>
              </a:buClr>
              <a:buSzPts val="1400"/>
              <a:buChar char="•"/>
              <a:defRPr/>
            </a:lvl2pPr>
            <a:lvl3pPr lvl="2" algn="l">
              <a:spcBef>
                <a:spcPts val="300"/>
              </a:spcBef>
              <a:spcAft>
                <a:spcPts val="0"/>
              </a:spcAft>
              <a:buClr>
                <a:schemeClr val="dk1"/>
              </a:buClr>
              <a:buSzPts val="1400"/>
              <a:buChar char="•"/>
              <a:defRPr/>
            </a:lvl3pPr>
            <a:lvl4pPr lvl="3" algn="l">
              <a:spcBef>
                <a:spcPts val="300"/>
              </a:spcBef>
              <a:spcAft>
                <a:spcPts val="0"/>
              </a:spcAft>
              <a:buClr>
                <a:schemeClr val="dk1"/>
              </a:buClr>
              <a:buSzPts val="1400"/>
              <a:buChar char="•"/>
              <a:defRPr/>
            </a:lvl4pPr>
            <a:lvl5pPr lvl="4" algn="l">
              <a:spcBef>
                <a:spcPts val="300"/>
              </a:spcBef>
              <a:spcAft>
                <a:spcPts val="0"/>
              </a:spcAft>
              <a:buClr>
                <a:schemeClr val="dk1"/>
              </a:buClr>
              <a:buSzPts val="1400"/>
              <a:buChar char="•"/>
              <a:defRPr/>
            </a:lvl5pPr>
            <a:lvl6pPr lvl="5" algn="l">
              <a:spcBef>
                <a:spcPts val="300"/>
              </a:spcBef>
              <a:spcAft>
                <a:spcPts val="0"/>
              </a:spcAft>
              <a:buClr>
                <a:schemeClr val="dk1"/>
              </a:buClr>
              <a:buSzPts val="1400"/>
              <a:buChar char="•"/>
              <a:defRPr/>
            </a:lvl6pPr>
            <a:lvl7pPr lvl="6" algn="l">
              <a:spcBef>
                <a:spcPts val="300"/>
              </a:spcBef>
              <a:spcAft>
                <a:spcPts val="0"/>
              </a:spcAft>
              <a:buClr>
                <a:schemeClr val="dk1"/>
              </a:buClr>
              <a:buSzPts val="1400"/>
              <a:buChar char="•"/>
              <a:defRPr/>
            </a:lvl7pPr>
            <a:lvl8pPr lvl="7" algn="l">
              <a:spcBef>
                <a:spcPts val="300"/>
              </a:spcBef>
              <a:spcAft>
                <a:spcPts val="0"/>
              </a:spcAft>
              <a:buClr>
                <a:schemeClr val="dk1"/>
              </a:buClr>
              <a:buSzPts val="1400"/>
              <a:buChar char="•"/>
              <a:defRPr/>
            </a:lvl8pPr>
            <a:lvl9pPr lvl="8" algn="l">
              <a:spcBef>
                <a:spcPts val="300"/>
              </a:spcBef>
              <a:spcAft>
                <a:spcPts val="0"/>
              </a:spcAft>
              <a:buClr>
                <a:schemeClr val="dk1"/>
              </a:buClr>
              <a:buSzPts val="1400"/>
              <a:buChar char="•"/>
              <a:defRPr/>
            </a:lvl9pPr>
          </a:lstStyle>
          <a:p/>
        </p:txBody>
      </p:sp>
      <p:sp>
        <p:nvSpPr>
          <p:cNvPr id="67" name="Google Shape;67;p14"/>
          <p:cNvSpPr txBox="1">
            <a:spLocks noGrp="1"/>
          </p:cNvSpPr>
          <p:nvPr>
            <p:ph type="ctrTitle"/>
          </p:nvPr>
        </p:nvSpPr>
        <p:spPr>
          <a:xfrm>
            <a:off x="0" y="1469232"/>
            <a:ext cx="5598114" cy="940594"/>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sz="3300" b="0">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matchingName="Nadpis a obsah">
  <p:cSld name="OBJECT">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323851" y="-75010"/>
            <a:ext cx="7699375" cy="540545"/>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24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5"/>
          <p:cNvSpPr txBox="1">
            <a:spLocks noGrp="1"/>
          </p:cNvSpPr>
          <p:nvPr>
            <p:ph type="body" idx="1"/>
          </p:nvPr>
        </p:nvSpPr>
        <p:spPr>
          <a:xfrm>
            <a:off x="323851" y="573881"/>
            <a:ext cx="8640763" cy="4526038"/>
          </a:xfrm>
          <a:prstGeom prst="rect">
            <a:avLst/>
          </a:prstGeom>
          <a:noFill/>
          <a:ln>
            <a:noFill/>
          </a:ln>
        </p:spPr>
        <p:txBody>
          <a:bodyPr spcFirstLastPara="1" wrap="square" lIns="68575" tIns="34275" rIns="68575" bIns="34275" anchor="t" anchorCtr="0">
            <a:no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p:txBody>
      </p:sp>
      <p:sp>
        <p:nvSpPr>
          <p:cNvPr id="71" name="Google Shape;71;p15"/>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lvl1pPr marL="0" lvl="0"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ázdný">
  <p:cSld name="Prázdný">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23851" y="-75010"/>
            <a:ext cx="7699375" cy="540545"/>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4" name="Google Shape;74;p16"/>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lvl1pPr marL="0" lvl="0"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matchingName="Záhlaví části">
  <p:cSld name="SECTION_HEADER">
    <p:bg>
      <p:bgPr>
        <a:solidFill>
          <a:schemeClr val="lt1"/>
        </a:solidFill>
        <a:effectLst/>
      </p:bgPr>
    </p:bg>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722313" y="3305176"/>
            <a:ext cx="7772400" cy="1021556"/>
          </a:xfrm>
          <a:prstGeom prst="rect">
            <a:avLst/>
          </a:prstGeom>
          <a:noFill/>
          <a:ln>
            <a:noFill/>
          </a:ln>
        </p:spPr>
        <p:txBody>
          <a:bodyPr spcFirstLastPara="1" wrap="square" lIns="68575" tIns="34275" rIns="68575" bIns="34275" anchor="t" anchorCtr="0">
            <a:noAutofit/>
          </a:bodyPr>
          <a:lstStyle>
            <a:lvl1pPr lvl="0" algn="l">
              <a:spcBef>
                <a:spcPts val="0"/>
              </a:spcBef>
              <a:spcAft>
                <a:spcPts val="0"/>
              </a:spcAft>
              <a:buSzPts val="1100"/>
              <a:buNone/>
              <a:defRPr sz="3600" b="1"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a:spLocks noGrp="1"/>
          </p:cNvSpPr>
          <p:nvPr>
            <p:ph type="body" idx="1"/>
          </p:nvPr>
        </p:nvSpPr>
        <p:spPr>
          <a:xfrm>
            <a:off x="722313" y="2180035"/>
            <a:ext cx="7772400" cy="1125140"/>
          </a:xfrm>
          <a:prstGeom prst="rect">
            <a:avLst/>
          </a:prstGeom>
          <a:noFill/>
          <a:ln>
            <a:noFill/>
          </a:ln>
        </p:spPr>
        <p:txBody>
          <a:bodyPr spcFirstLastPara="1" wrap="square" lIns="68575" tIns="34275" rIns="68575" bIns="34275" anchor="b" anchorCtr="0">
            <a:noAutofit/>
          </a:bodyPr>
          <a:lstStyle>
            <a:lvl1pPr marL="457200" lvl="0" indent="-228600" algn="l">
              <a:spcBef>
                <a:spcPts val="400"/>
              </a:spcBef>
              <a:spcAft>
                <a:spcPts val="0"/>
              </a:spcAft>
              <a:buClr>
                <a:schemeClr val="dk1"/>
              </a:buClr>
              <a:buSzPts val="2100"/>
              <a:buFont typeface="Calibri" panose="020F0502020204030204"/>
              <a:buNone/>
              <a:defRPr sz="2100"/>
            </a:lvl1pPr>
            <a:lvl2pPr marL="914400" lvl="1" indent="-228600" algn="l">
              <a:spcBef>
                <a:spcPts val="300"/>
              </a:spcBef>
              <a:spcAft>
                <a:spcPts val="0"/>
              </a:spcAft>
              <a:buClr>
                <a:schemeClr val="dk1"/>
              </a:buClr>
              <a:buSzPts val="1400"/>
              <a:buFont typeface="Calibri" panose="020F0502020204030204"/>
              <a:buNone/>
              <a:defRPr sz="1400"/>
            </a:lvl2pPr>
            <a:lvl3pPr marL="1371600" lvl="2" indent="-228600" algn="l">
              <a:spcBef>
                <a:spcPts val="200"/>
              </a:spcBef>
              <a:spcAft>
                <a:spcPts val="0"/>
              </a:spcAft>
              <a:buClr>
                <a:schemeClr val="dk1"/>
              </a:buClr>
              <a:buSzPts val="1200"/>
              <a:buFont typeface="Calibri" panose="020F0502020204030204"/>
              <a:buNone/>
              <a:defRPr sz="1200"/>
            </a:lvl3pPr>
            <a:lvl4pPr marL="1828800" lvl="3" indent="-228600" algn="l">
              <a:spcBef>
                <a:spcPts val="200"/>
              </a:spcBef>
              <a:spcAft>
                <a:spcPts val="0"/>
              </a:spcAft>
              <a:buClr>
                <a:schemeClr val="dk1"/>
              </a:buClr>
              <a:buSzPts val="1100"/>
              <a:buFont typeface="Calibri" panose="020F0502020204030204"/>
              <a:buNone/>
              <a:defRPr sz="1100"/>
            </a:lvl4pPr>
            <a:lvl5pPr marL="2286000" lvl="4" indent="-228600" algn="l">
              <a:spcBef>
                <a:spcPts val="200"/>
              </a:spcBef>
              <a:spcAft>
                <a:spcPts val="0"/>
              </a:spcAft>
              <a:buClr>
                <a:schemeClr val="dk1"/>
              </a:buClr>
              <a:buSzPts val="1100"/>
              <a:buFont typeface="Calibri" panose="020F0502020204030204"/>
              <a:buNone/>
              <a:defRPr sz="1100"/>
            </a:lvl5pPr>
            <a:lvl6pPr marL="2743200" lvl="5" indent="-228600" algn="l">
              <a:spcBef>
                <a:spcPts val="200"/>
              </a:spcBef>
              <a:spcAft>
                <a:spcPts val="0"/>
              </a:spcAft>
              <a:buClr>
                <a:schemeClr val="dk1"/>
              </a:buClr>
              <a:buSzPts val="1100"/>
              <a:buFont typeface="Tahoma" panose="020B0604030504040204"/>
              <a:buNone/>
              <a:defRPr sz="1100"/>
            </a:lvl6pPr>
            <a:lvl7pPr marL="3200400" lvl="6" indent="-228600" algn="l">
              <a:spcBef>
                <a:spcPts val="200"/>
              </a:spcBef>
              <a:spcAft>
                <a:spcPts val="0"/>
              </a:spcAft>
              <a:buClr>
                <a:schemeClr val="dk1"/>
              </a:buClr>
              <a:buSzPts val="1100"/>
              <a:buFont typeface="Tahoma" panose="020B0604030504040204"/>
              <a:buNone/>
              <a:defRPr sz="1100"/>
            </a:lvl7pPr>
            <a:lvl8pPr marL="3657600" lvl="7" indent="-228600" algn="l">
              <a:spcBef>
                <a:spcPts val="200"/>
              </a:spcBef>
              <a:spcAft>
                <a:spcPts val="0"/>
              </a:spcAft>
              <a:buClr>
                <a:schemeClr val="dk1"/>
              </a:buClr>
              <a:buSzPts val="1100"/>
              <a:buFont typeface="Tahoma" panose="020B0604030504040204"/>
              <a:buNone/>
              <a:defRPr sz="1100"/>
            </a:lvl8pPr>
            <a:lvl9pPr marL="4114800" lvl="8" indent="-228600" algn="l">
              <a:spcBef>
                <a:spcPts val="200"/>
              </a:spcBef>
              <a:spcAft>
                <a:spcPts val="0"/>
              </a:spcAft>
              <a:buClr>
                <a:schemeClr val="dk1"/>
              </a:buClr>
              <a:buSzPts val="1100"/>
              <a:buFont typeface="Tahoma" panose="020B0604030504040204"/>
              <a:buNone/>
              <a:defRPr sz="1100"/>
            </a:lvl9pPr>
          </a:lstStyle>
          <a:p/>
        </p:txBody>
      </p:sp>
      <p:sp>
        <p:nvSpPr>
          <p:cNvPr id="78" name="Google Shape;78;p17"/>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lvl1pPr marL="0" lvl="0"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
        <p:nvSpPr>
          <p:cNvPr id="79" name="Google Shape;79;p17"/>
          <p:cNvSpPr/>
          <p:nvPr/>
        </p:nvSpPr>
        <p:spPr>
          <a:xfrm>
            <a:off x="0" y="0"/>
            <a:ext cx="9144000" cy="411510"/>
          </a:xfrm>
          <a:prstGeom prst="rect">
            <a:avLst/>
          </a:prstGeom>
          <a:solidFill>
            <a:schemeClr val="lt1"/>
          </a:solidFill>
          <a:ln>
            <a:noFill/>
          </a:ln>
        </p:spPr>
        <p:txBody>
          <a:bodyPr spcFirstLastPara="1" wrap="square" lIns="68575" tIns="34275" rIns="68575" bIns="34275" anchor="t" anchorCtr="0">
            <a:noAutofit/>
          </a:bodyPr>
          <a:lstStyle/>
          <a:p>
            <a:pPr marL="254000" marR="0" lvl="0" indent="-139700" algn="l" rtl="0">
              <a:lnSpc>
                <a:spcPct val="100000"/>
              </a:lnSpc>
              <a:spcBef>
                <a:spcPts val="0"/>
              </a:spcBef>
              <a:spcAft>
                <a:spcPts val="0"/>
              </a:spcAft>
              <a:buClr>
                <a:srgbClr val="B9000C"/>
              </a:buClr>
              <a:buSzPts val="1800"/>
              <a:buFont typeface="Tahoma" panose="020B0604030504040204"/>
              <a:buNone/>
            </a:pPr>
            <a:endParaRPr sz="1800" b="1" i="0" u="none" strike="noStrike" cap="none">
              <a:solidFill>
                <a:srgbClr val="B9000C"/>
              </a:solidFill>
              <a:latin typeface="Tahoma" panose="020B0604030504040204"/>
              <a:ea typeface="Tahoma" panose="020B0604030504040204"/>
              <a:cs typeface="Tahoma" panose="020B0604030504040204"/>
              <a:sym typeface="Tahoma" panose="020B060403050404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matchingName="Dva obsahy">
  <p:cSld name="TWO_OBJECTS">
    <p:spTree>
      <p:nvGrpSpPr>
        <p:cNvPr id="1" name="Shape 80"/>
        <p:cNvGrpSpPr/>
        <p:nvPr/>
      </p:nvGrpSpPr>
      <p:grpSpPr>
        <a:xfrm>
          <a:off x="0" y="0"/>
          <a:ext cx="0" cy="0"/>
          <a:chOff x="0" y="0"/>
          <a:chExt cx="0" cy="0"/>
        </a:xfrm>
      </p:grpSpPr>
      <p:sp>
        <p:nvSpPr>
          <p:cNvPr id="81" name="Google Shape;81;p18"/>
          <p:cNvSpPr txBox="1">
            <a:spLocks noGrp="1"/>
          </p:cNvSpPr>
          <p:nvPr>
            <p:ph type="title"/>
          </p:nvPr>
        </p:nvSpPr>
        <p:spPr>
          <a:xfrm>
            <a:off x="323851" y="-75010"/>
            <a:ext cx="7699375" cy="540545"/>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18"/>
          <p:cNvSpPr txBox="1">
            <a:spLocks noGrp="1"/>
          </p:cNvSpPr>
          <p:nvPr>
            <p:ph type="body" idx="1"/>
          </p:nvPr>
        </p:nvSpPr>
        <p:spPr>
          <a:xfrm>
            <a:off x="323850" y="573881"/>
            <a:ext cx="4243388" cy="3998119"/>
          </a:xfrm>
          <a:prstGeom prst="rect">
            <a:avLst/>
          </a:prstGeom>
          <a:noFill/>
          <a:ln>
            <a:noFill/>
          </a:ln>
        </p:spPr>
        <p:txBody>
          <a:bodyPr spcFirstLastPara="1" wrap="square" lIns="68575" tIns="34275" rIns="68575" bIns="34275" anchor="t" anchorCtr="0">
            <a:noAutofit/>
          </a:bodyPr>
          <a:lstStyle>
            <a:lvl1pPr marL="457200" lvl="0" indent="-361950" algn="l">
              <a:spcBef>
                <a:spcPts val="400"/>
              </a:spcBef>
              <a:spcAft>
                <a:spcPts val="0"/>
              </a:spcAft>
              <a:buClr>
                <a:schemeClr val="dk1"/>
              </a:buClr>
              <a:buSzPts val="2100"/>
              <a:buFont typeface="Calibri" panose="020F0502020204030204"/>
              <a:buChar char="•"/>
              <a:defRPr sz="2100"/>
            </a:lvl1pPr>
            <a:lvl2pPr marL="914400" lvl="1" indent="-342900" algn="l">
              <a:spcBef>
                <a:spcPts val="400"/>
              </a:spcBef>
              <a:spcAft>
                <a:spcPts val="0"/>
              </a:spcAft>
              <a:buClr>
                <a:schemeClr val="dk1"/>
              </a:buClr>
              <a:buSzPts val="1800"/>
              <a:buFont typeface="Calibri" panose="020F0502020204030204"/>
              <a:buChar char="•"/>
              <a:defRPr sz="1800"/>
            </a:lvl2pPr>
            <a:lvl3pPr marL="1371600" lvl="2" indent="-323850" algn="l">
              <a:spcBef>
                <a:spcPts val="300"/>
              </a:spcBef>
              <a:spcAft>
                <a:spcPts val="0"/>
              </a:spcAft>
              <a:buClr>
                <a:schemeClr val="dk1"/>
              </a:buClr>
              <a:buSzPts val="1500"/>
              <a:buFont typeface="Calibri" panose="020F0502020204030204"/>
              <a:buChar char="•"/>
              <a:defRPr sz="1500"/>
            </a:lvl3pPr>
            <a:lvl4pPr marL="1828800" lvl="3" indent="-317500" algn="l">
              <a:spcBef>
                <a:spcPts val="300"/>
              </a:spcBef>
              <a:spcAft>
                <a:spcPts val="0"/>
              </a:spcAft>
              <a:buClr>
                <a:schemeClr val="dk1"/>
              </a:buClr>
              <a:buSzPts val="1400"/>
              <a:buFont typeface="Calibri" panose="020F0502020204030204"/>
              <a:buChar char="•"/>
              <a:defRPr sz="1400"/>
            </a:lvl4pPr>
            <a:lvl5pPr marL="2286000" lvl="4" indent="-317500" algn="l">
              <a:spcBef>
                <a:spcPts val="300"/>
              </a:spcBef>
              <a:spcAft>
                <a:spcPts val="0"/>
              </a:spcAft>
              <a:buClr>
                <a:schemeClr val="dk1"/>
              </a:buClr>
              <a:buSzPts val="1400"/>
              <a:buFont typeface="Calibri" panose="020F0502020204030204"/>
              <a:buChar char="•"/>
              <a:defRPr sz="1400"/>
            </a:lvl5pPr>
            <a:lvl6pPr marL="2743200" lvl="5" indent="-317500" algn="l">
              <a:spcBef>
                <a:spcPts val="300"/>
              </a:spcBef>
              <a:spcAft>
                <a:spcPts val="0"/>
              </a:spcAft>
              <a:buClr>
                <a:schemeClr val="dk1"/>
              </a:buClr>
              <a:buSzPts val="1400"/>
              <a:buFont typeface="Tahoma" panose="020B0604030504040204"/>
              <a:buChar char="•"/>
              <a:defRPr sz="1400"/>
            </a:lvl6pPr>
            <a:lvl7pPr marL="3200400" lvl="6" indent="-317500" algn="l">
              <a:spcBef>
                <a:spcPts val="300"/>
              </a:spcBef>
              <a:spcAft>
                <a:spcPts val="0"/>
              </a:spcAft>
              <a:buClr>
                <a:schemeClr val="dk1"/>
              </a:buClr>
              <a:buSzPts val="1400"/>
              <a:buFont typeface="Tahoma" panose="020B0604030504040204"/>
              <a:buChar char="•"/>
              <a:defRPr sz="1400"/>
            </a:lvl7pPr>
            <a:lvl8pPr marL="3657600" lvl="7" indent="-317500" algn="l">
              <a:spcBef>
                <a:spcPts val="300"/>
              </a:spcBef>
              <a:spcAft>
                <a:spcPts val="0"/>
              </a:spcAft>
              <a:buClr>
                <a:schemeClr val="dk1"/>
              </a:buClr>
              <a:buSzPts val="1400"/>
              <a:buFont typeface="Tahoma" panose="020B0604030504040204"/>
              <a:buChar char="•"/>
              <a:defRPr sz="1400"/>
            </a:lvl8pPr>
            <a:lvl9pPr marL="4114800" lvl="8" indent="-317500" algn="l">
              <a:spcBef>
                <a:spcPts val="300"/>
              </a:spcBef>
              <a:spcAft>
                <a:spcPts val="0"/>
              </a:spcAft>
              <a:buClr>
                <a:schemeClr val="dk1"/>
              </a:buClr>
              <a:buSzPts val="1400"/>
              <a:buFont typeface="Tahoma" panose="020B0604030504040204"/>
              <a:buChar char="•"/>
              <a:defRPr sz="1400"/>
            </a:lvl9pPr>
          </a:lstStyle>
          <a:p/>
        </p:txBody>
      </p:sp>
      <p:sp>
        <p:nvSpPr>
          <p:cNvPr id="83" name="Google Shape;83;p18"/>
          <p:cNvSpPr txBox="1">
            <a:spLocks noGrp="1"/>
          </p:cNvSpPr>
          <p:nvPr>
            <p:ph type="body" idx="2"/>
          </p:nvPr>
        </p:nvSpPr>
        <p:spPr>
          <a:xfrm>
            <a:off x="4719638" y="573881"/>
            <a:ext cx="4244975" cy="3998119"/>
          </a:xfrm>
          <a:prstGeom prst="rect">
            <a:avLst/>
          </a:prstGeom>
          <a:noFill/>
          <a:ln>
            <a:noFill/>
          </a:ln>
        </p:spPr>
        <p:txBody>
          <a:bodyPr spcFirstLastPara="1" wrap="square" lIns="68575" tIns="34275" rIns="68575" bIns="34275" anchor="t" anchorCtr="0">
            <a:noAutofit/>
          </a:bodyPr>
          <a:lstStyle>
            <a:lvl1pPr marL="457200" lvl="0" indent="-361950" algn="l">
              <a:spcBef>
                <a:spcPts val="400"/>
              </a:spcBef>
              <a:spcAft>
                <a:spcPts val="0"/>
              </a:spcAft>
              <a:buClr>
                <a:schemeClr val="dk1"/>
              </a:buClr>
              <a:buSzPts val="2100"/>
              <a:buFont typeface="Calibri" panose="020F0502020204030204"/>
              <a:buChar char="•"/>
              <a:defRPr sz="2100"/>
            </a:lvl1pPr>
            <a:lvl2pPr marL="914400" lvl="1" indent="-342900" algn="l">
              <a:spcBef>
                <a:spcPts val="400"/>
              </a:spcBef>
              <a:spcAft>
                <a:spcPts val="0"/>
              </a:spcAft>
              <a:buClr>
                <a:schemeClr val="dk1"/>
              </a:buClr>
              <a:buSzPts val="1800"/>
              <a:buFont typeface="Calibri" panose="020F0502020204030204"/>
              <a:buChar char="•"/>
              <a:defRPr sz="1800"/>
            </a:lvl2pPr>
            <a:lvl3pPr marL="1371600" lvl="2" indent="-323850" algn="l">
              <a:spcBef>
                <a:spcPts val="300"/>
              </a:spcBef>
              <a:spcAft>
                <a:spcPts val="0"/>
              </a:spcAft>
              <a:buClr>
                <a:schemeClr val="dk1"/>
              </a:buClr>
              <a:buSzPts val="1500"/>
              <a:buFont typeface="Calibri" panose="020F0502020204030204"/>
              <a:buChar char="•"/>
              <a:defRPr sz="1500"/>
            </a:lvl3pPr>
            <a:lvl4pPr marL="1828800" lvl="3" indent="-317500" algn="l">
              <a:spcBef>
                <a:spcPts val="300"/>
              </a:spcBef>
              <a:spcAft>
                <a:spcPts val="0"/>
              </a:spcAft>
              <a:buClr>
                <a:schemeClr val="dk1"/>
              </a:buClr>
              <a:buSzPts val="1400"/>
              <a:buFont typeface="Calibri" panose="020F0502020204030204"/>
              <a:buChar char="•"/>
              <a:defRPr sz="1400"/>
            </a:lvl4pPr>
            <a:lvl5pPr marL="2286000" lvl="4" indent="-317500" algn="l">
              <a:spcBef>
                <a:spcPts val="300"/>
              </a:spcBef>
              <a:spcAft>
                <a:spcPts val="0"/>
              </a:spcAft>
              <a:buClr>
                <a:schemeClr val="dk1"/>
              </a:buClr>
              <a:buSzPts val="1400"/>
              <a:buFont typeface="Calibri" panose="020F0502020204030204"/>
              <a:buChar char="•"/>
              <a:defRPr sz="1400"/>
            </a:lvl5pPr>
            <a:lvl6pPr marL="2743200" lvl="5" indent="-317500" algn="l">
              <a:spcBef>
                <a:spcPts val="300"/>
              </a:spcBef>
              <a:spcAft>
                <a:spcPts val="0"/>
              </a:spcAft>
              <a:buClr>
                <a:schemeClr val="dk1"/>
              </a:buClr>
              <a:buSzPts val="1400"/>
              <a:buFont typeface="Tahoma" panose="020B0604030504040204"/>
              <a:buChar char="•"/>
              <a:defRPr sz="1400"/>
            </a:lvl6pPr>
            <a:lvl7pPr marL="3200400" lvl="6" indent="-317500" algn="l">
              <a:spcBef>
                <a:spcPts val="300"/>
              </a:spcBef>
              <a:spcAft>
                <a:spcPts val="0"/>
              </a:spcAft>
              <a:buClr>
                <a:schemeClr val="dk1"/>
              </a:buClr>
              <a:buSzPts val="1400"/>
              <a:buFont typeface="Tahoma" panose="020B0604030504040204"/>
              <a:buChar char="•"/>
              <a:defRPr sz="1400"/>
            </a:lvl7pPr>
            <a:lvl8pPr marL="3657600" lvl="7" indent="-317500" algn="l">
              <a:spcBef>
                <a:spcPts val="300"/>
              </a:spcBef>
              <a:spcAft>
                <a:spcPts val="0"/>
              </a:spcAft>
              <a:buClr>
                <a:schemeClr val="dk1"/>
              </a:buClr>
              <a:buSzPts val="1400"/>
              <a:buFont typeface="Tahoma" panose="020B0604030504040204"/>
              <a:buChar char="•"/>
              <a:defRPr sz="1400"/>
            </a:lvl8pPr>
            <a:lvl9pPr marL="4114800" lvl="8" indent="-317500" algn="l">
              <a:spcBef>
                <a:spcPts val="300"/>
              </a:spcBef>
              <a:spcAft>
                <a:spcPts val="0"/>
              </a:spcAft>
              <a:buClr>
                <a:schemeClr val="dk1"/>
              </a:buClr>
              <a:buSzPts val="1400"/>
              <a:buFont typeface="Tahoma" panose="020B0604030504040204"/>
              <a:buChar char="•"/>
              <a:defRPr sz="1400"/>
            </a:lvl9pPr>
          </a:lstStyle>
          <a:p/>
        </p:txBody>
      </p:sp>
      <p:sp>
        <p:nvSpPr>
          <p:cNvPr id="84" name="Google Shape;84;p18"/>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lvl1pPr marL="0" lvl="0"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orovnání">
  <p:cSld name="Porovnání">
    <p:spTree>
      <p:nvGrpSpPr>
        <p:cNvPr id="1" name="Shape 85"/>
        <p:cNvGrpSpPr/>
        <p:nvPr/>
      </p:nvGrpSpPr>
      <p:grpSpPr>
        <a:xfrm>
          <a:off x="0" y="0"/>
          <a:ext cx="0" cy="0"/>
          <a:chOff x="0" y="0"/>
          <a:chExt cx="0" cy="0"/>
        </a:xfrm>
      </p:grpSpPr>
      <p:sp>
        <p:nvSpPr>
          <p:cNvPr id="86" name="Google Shape;86;p19"/>
          <p:cNvSpPr txBox="1">
            <a:spLocks noGrp="1"/>
          </p:cNvSpPr>
          <p:nvPr>
            <p:ph type="body" idx="1"/>
          </p:nvPr>
        </p:nvSpPr>
        <p:spPr>
          <a:xfrm>
            <a:off x="457200" y="1151335"/>
            <a:ext cx="4040188" cy="479822"/>
          </a:xfrm>
          <a:prstGeom prst="rect">
            <a:avLst/>
          </a:prstGeom>
          <a:noFill/>
          <a:ln>
            <a:noFill/>
          </a:ln>
        </p:spPr>
        <p:txBody>
          <a:bodyPr spcFirstLastPara="1" wrap="square" lIns="68575" tIns="34275" rIns="68575" bIns="34275" anchor="b" anchorCtr="0">
            <a:noAutofit/>
          </a:bodyPr>
          <a:lstStyle>
            <a:lvl1pPr marL="457200" lvl="0" indent="-228600" algn="l">
              <a:spcBef>
                <a:spcPts val="400"/>
              </a:spcBef>
              <a:spcAft>
                <a:spcPts val="0"/>
              </a:spcAft>
              <a:buClr>
                <a:schemeClr val="dk1"/>
              </a:buClr>
              <a:buSzPts val="1800"/>
              <a:buFont typeface="Calibri" panose="020F0502020204030204"/>
              <a:buNone/>
              <a:defRPr sz="1800" b="1"/>
            </a:lvl1pPr>
            <a:lvl2pPr marL="914400" lvl="1" indent="-228600" algn="l">
              <a:spcBef>
                <a:spcPts val="300"/>
              </a:spcBef>
              <a:spcAft>
                <a:spcPts val="0"/>
              </a:spcAft>
              <a:buClr>
                <a:schemeClr val="dk1"/>
              </a:buClr>
              <a:buSzPts val="1500"/>
              <a:buFont typeface="Calibri" panose="020F0502020204030204"/>
              <a:buNone/>
              <a:defRPr sz="1500" b="1"/>
            </a:lvl2pPr>
            <a:lvl3pPr marL="1371600" lvl="2" indent="-228600" algn="l">
              <a:spcBef>
                <a:spcPts val="300"/>
              </a:spcBef>
              <a:spcAft>
                <a:spcPts val="0"/>
              </a:spcAft>
              <a:buClr>
                <a:schemeClr val="dk1"/>
              </a:buClr>
              <a:buSzPts val="1400"/>
              <a:buFont typeface="Calibri" panose="020F0502020204030204"/>
              <a:buNone/>
              <a:defRPr sz="1400" b="1"/>
            </a:lvl3pPr>
            <a:lvl4pPr marL="1828800" lvl="3" indent="-228600" algn="l">
              <a:spcBef>
                <a:spcPts val="200"/>
              </a:spcBef>
              <a:spcAft>
                <a:spcPts val="0"/>
              </a:spcAft>
              <a:buClr>
                <a:schemeClr val="dk1"/>
              </a:buClr>
              <a:buSzPts val="1200"/>
              <a:buFont typeface="Calibri" panose="020F0502020204030204"/>
              <a:buNone/>
              <a:defRPr sz="1200" b="1"/>
            </a:lvl4pPr>
            <a:lvl5pPr marL="2286000" lvl="4" indent="-228600" algn="l">
              <a:spcBef>
                <a:spcPts val="200"/>
              </a:spcBef>
              <a:spcAft>
                <a:spcPts val="0"/>
              </a:spcAft>
              <a:buClr>
                <a:schemeClr val="dk1"/>
              </a:buClr>
              <a:buSzPts val="1200"/>
              <a:buFont typeface="Calibri" panose="020F0502020204030204"/>
              <a:buNone/>
              <a:defRPr sz="1200" b="1"/>
            </a:lvl5pPr>
            <a:lvl6pPr marL="2743200" lvl="5" indent="-228600" algn="l">
              <a:spcBef>
                <a:spcPts val="200"/>
              </a:spcBef>
              <a:spcAft>
                <a:spcPts val="0"/>
              </a:spcAft>
              <a:buClr>
                <a:schemeClr val="dk1"/>
              </a:buClr>
              <a:buSzPts val="1200"/>
              <a:buFont typeface="Tahoma" panose="020B0604030504040204"/>
              <a:buNone/>
              <a:defRPr sz="1200" b="1"/>
            </a:lvl6pPr>
            <a:lvl7pPr marL="3200400" lvl="6" indent="-228600" algn="l">
              <a:spcBef>
                <a:spcPts val="200"/>
              </a:spcBef>
              <a:spcAft>
                <a:spcPts val="0"/>
              </a:spcAft>
              <a:buClr>
                <a:schemeClr val="dk1"/>
              </a:buClr>
              <a:buSzPts val="1200"/>
              <a:buFont typeface="Tahoma" panose="020B0604030504040204"/>
              <a:buNone/>
              <a:defRPr sz="1200" b="1"/>
            </a:lvl7pPr>
            <a:lvl8pPr marL="3657600" lvl="7" indent="-228600" algn="l">
              <a:spcBef>
                <a:spcPts val="200"/>
              </a:spcBef>
              <a:spcAft>
                <a:spcPts val="0"/>
              </a:spcAft>
              <a:buClr>
                <a:schemeClr val="dk1"/>
              </a:buClr>
              <a:buSzPts val="1200"/>
              <a:buFont typeface="Tahoma" panose="020B0604030504040204"/>
              <a:buNone/>
              <a:defRPr sz="1200" b="1"/>
            </a:lvl8pPr>
            <a:lvl9pPr marL="4114800" lvl="8" indent="-228600" algn="l">
              <a:spcBef>
                <a:spcPts val="200"/>
              </a:spcBef>
              <a:spcAft>
                <a:spcPts val="0"/>
              </a:spcAft>
              <a:buClr>
                <a:schemeClr val="dk1"/>
              </a:buClr>
              <a:buSzPts val="1200"/>
              <a:buFont typeface="Tahoma" panose="020B0604030504040204"/>
              <a:buNone/>
              <a:defRPr sz="1200" b="1"/>
            </a:lvl9pPr>
          </a:lstStyle>
          <a:p/>
        </p:txBody>
      </p:sp>
      <p:sp>
        <p:nvSpPr>
          <p:cNvPr id="87" name="Google Shape;87;p19"/>
          <p:cNvSpPr txBox="1">
            <a:spLocks noGrp="1"/>
          </p:cNvSpPr>
          <p:nvPr>
            <p:ph type="body" idx="2"/>
          </p:nvPr>
        </p:nvSpPr>
        <p:spPr>
          <a:xfrm>
            <a:off x="457200" y="1631156"/>
            <a:ext cx="4040188" cy="2963466"/>
          </a:xfrm>
          <a:prstGeom prst="rect">
            <a:avLst/>
          </a:prstGeom>
          <a:noFill/>
          <a:ln>
            <a:noFill/>
          </a:ln>
        </p:spPr>
        <p:txBody>
          <a:bodyPr spcFirstLastPara="1" wrap="square" lIns="68575" tIns="34275" rIns="68575" bIns="34275" anchor="t" anchorCtr="0">
            <a:noAutofit/>
          </a:bodyPr>
          <a:lstStyle>
            <a:lvl1pPr marL="457200" lvl="0" indent="-342900" algn="l">
              <a:spcBef>
                <a:spcPts val="400"/>
              </a:spcBef>
              <a:spcAft>
                <a:spcPts val="0"/>
              </a:spcAft>
              <a:buClr>
                <a:schemeClr val="dk1"/>
              </a:buClr>
              <a:buSzPts val="1800"/>
              <a:buFont typeface="Calibri" panose="020F0502020204030204"/>
              <a:buChar char="•"/>
              <a:defRPr sz="1800"/>
            </a:lvl1pPr>
            <a:lvl2pPr marL="914400" lvl="1" indent="-323850" algn="l">
              <a:spcBef>
                <a:spcPts val="300"/>
              </a:spcBef>
              <a:spcAft>
                <a:spcPts val="0"/>
              </a:spcAft>
              <a:buClr>
                <a:schemeClr val="dk1"/>
              </a:buClr>
              <a:buSzPts val="1500"/>
              <a:buFont typeface="Calibri" panose="020F0502020204030204"/>
              <a:buChar char="•"/>
              <a:defRPr sz="1500"/>
            </a:lvl2pPr>
            <a:lvl3pPr marL="1371600" lvl="2" indent="-317500" algn="l">
              <a:spcBef>
                <a:spcPts val="300"/>
              </a:spcBef>
              <a:spcAft>
                <a:spcPts val="0"/>
              </a:spcAft>
              <a:buClr>
                <a:schemeClr val="dk1"/>
              </a:buClr>
              <a:buSzPts val="1400"/>
              <a:buFont typeface="Calibri" panose="020F0502020204030204"/>
              <a:buChar char="•"/>
              <a:defRPr sz="1400"/>
            </a:lvl3pPr>
            <a:lvl4pPr marL="1828800" lvl="3" indent="-304800" algn="l">
              <a:spcBef>
                <a:spcPts val="200"/>
              </a:spcBef>
              <a:spcAft>
                <a:spcPts val="0"/>
              </a:spcAft>
              <a:buClr>
                <a:schemeClr val="dk1"/>
              </a:buClr>
              <a:buSzPts val="1200"/>
              <a:buFont typeface="Calibri" panose="020F0502020204030204"/>
              <a:buChar char="•"/>
              <a:defRPr sz="1200"/>
            </a:lvl4pPr>
            <a:lvl5pPr marL="2286000" lvl="4" indent="-304800" algn="l">
              <a:spcBef>
                <a:spcPts val="200"/>
              </a:spcBef>
              <a:spcAft>
                <a:spcPts val="0"/>
              </a:spcAft>
              <a:buClr>
                <a:schemeClr val="dk1"/>
              </a:buClr>
              <a:buSzPts val="1200"/>
              <a:buFont typeface="Calibri" panose="020F0502020204030204"/>
              <a:buChar char="•"/>
              <a:defRPr sz="1200"/>
            </a:lvl5pPr>
            <a:lvl6pPr marL="2743200" lvl="5" indent="-304800" algn="l">
              <a:spcBef>
                <a:spcPts val="200"/>
              </a:spcBef>
              <a:spcAft>
                <a:spcPts val="0"/>
              </a:spcAft>
              <a:buClr>
                <a:schemeClr val="dk1"/>
              </a:buClr>
              <a:buSzPts val="1200"/>
              <a:buFont typeface="Tahoma" panose="020B0604030504040204"/>
              <a:buChar char="•"/>
              <a:defRPr sz="1200"/>
            </a:lvl6pPr>
            <a:lvl7pPr marL="3200400" lvl="6" indent="-304800" algn="l">
              <a:spcBef>
                <a:spcPts val="200"/>
              </a:spcBef>
              <a:spcAft>
                <a:spcPts val="0"/>
              </a:spcAft>
              <a:buClr>
                <a:schemeClr val="dk1"/>
              </a:buClr>
              <a:buSzPts val="1200"/>
              <a:buFont typeface="Tahoma" panose="020B0604030504040204"/>
              <a:buChar char="•"/>
              <a:defRPr sz="1200"/>
            </a:lvl7pPr>
            <a:lvl8pPr marL="3657600" lvl="7" indent="-304800" algn="l">
              <a:spcBef>
                <a:spcPts val="200"/>
              </a:spcBef>
              <a:spcAft>
                <a:spcPts val="0"/>
              </a:spcAft>
              <a:buClr>
                <a:schemeClr val="dk1"/>
              </a:buClr>
              <a:buSzPts val="1200"/>
              <a:buFont typeface="Tahoma" panose="020B0604030504040204"/>
              <a:buChar char="•"/>
              <a:defRPr sz="1200"/>
            </a:lvl8pPr>
            <a:lvl9pPr marL="4114800" lvl="8" indent="-304800" algn="l">
              <a:spcBef>
                <a:spcPts val="200"/>
              </a:spcBef>
              <a:spcAft>
                <a:spcPts val="0"/>
              </a:spcAft>
              <a:buClr>
                <a:schemeClr val="dk1"/>
              </a:buClr>
              <a:buSzPts val="1200"/>
              <a:buFont typeface="Tahoma" panose="020B0604030504040204"/>
              <a:buChar char="•"/>
              <a:defRPr sz="1200"/>
            </a:lvl9pPr>
          </a:lstStyle>
          <a:p/>
        </p:txBody>
      </p:sp>
      <p:sp>
        <p:nvSpPr>
          <p:cNvPr id="88" name="Google Shape;88;p19"/>
          <p:cNvSpPr txBox="1">
            <a:spLocks noGrp="1"/>
          </p:cNvSpPr>
          <p:nvPr>
            <p:ph type="body" idx="3"/>
          </p:nvPr>
        </p:nvSpPr>
        <p:spPr>
          <a:xfrm>
            <a:off x="4645026" y="1151335"/>
            <a:ext cx="4041775" cy="479822"/>
          </a:xfrm>
          <a:prstGeom prst="rect">
            <a:avLst/>
          </a:prstGeom>
          <a:noFill/>
          <a:ln>
            <a:noFill/>
          </a:ln>
        </p:spPr>
        <p:txBody>
          <a:bodyPr spcFirstLastPara="1" wrap="square" lIns="68575" tIns="34275" rIns="68575" bIns="34275" anchor="b" anchorCtr="0">
            <a:noAutofit/>
          </a:bodyPr>
          <a:lstStyle>
            <a:lvl1pPr marL="457200" lvl="0" indent="-228600" algn="l">
              <a:spcBef>
                <a:spcPts val="400"/>
              </a:spcBef>
              <a:spcAft>
                <a:spcPts val="0"/>
              </a:spcAft>
              <a:buClr>
                <a:schemeClr val="dk1"/>
              </a:buClr>
              <a:buSzPts val="1800"/>
              <a:buFont typeface="Calibri" panose="020F0502020204030204"/>
              <a:buNone/>
              <a:defRPr sz="1800" b="1"/>
            </a:lvl1pPr>
            <a:lvl2pPr marL="914400" lvl="1" indent="-228600" algn="l">
              <a:spcBef>
                <a:spcPts val="300"/>
              </a:spcBef>
              <a:spcAft>
                <a:spcPts val="0"/>
              </a:spcAft>
              <a:buClr>
                <a:schemeClr val="dk1"/>
              </a:buClr>
              <a:buSzPts val="1500"/>
              <a:buFont typeface="Calibri" panose="020F0502020204030204"/>
              <a:buNone/>
              <a:defRPr sz="1500" b="1"/>
            </a:lvl2pPr>
            <a:lvl3pPr marL="1371600" lvl="2" indent="-228600" algn="l">
              <a:spcBef>
                <a:spcPts val="300"/>
              </a:spcBef>
              <a:spcAft>
                <a:spcPts val="0"/>
              </a:spcAft>
              <a:buClr>
                <a:schemeClr val="dk1"/>
              </a:buClr>
              <a:buSzPts val="1400"/>
              <a:buFont typeface="Calibri" panose="020F0502020204030204"/>
              <a:buNone/>
              <a:defRPr sz="1400" b="1"/>
            </a:lvl3pPr>
            <a:lvl4pPr marL="1828800" lvl="3" indent="-228600" algn="l">
              <a:spcBef>
                <a:spcPts val="200"/>
              </a:spcBef>
              <a:spcAft>
                <a:spcPts val="0"/>
              </a:spcAft>
              <a:buClr>
                <a:schemeClr val="dk1"/>
              </a:buClr>
              <a:buSzPts val="1200"/>
              <a:buFont typeface="Calibri" panose="020F0502020204030204"/>
              <a:buNone/>
              <a:defRPr sz="1200" b="1"/>
            </a:lvl4pPr>
            <a:lvl5pPr marL="2286000" lvl="4" indent="-228600" algn="l">
              <a:spcBef>
                <a:spcPts val="200"/>
              </a:spcBef>
              <a:spcAft>
                <a:spcPts val="0"/>
              </a:spcAft>
              <a:buClr>
                <a:schemeClr val="dk1"/>
              </a:buClr>
              <a:buSzPts val="1200"/>
              <a:buFont typeface="Calibri" panose="020F0502020204030204"/>
              <a:buNone/>
              <a:defRPr sz="1200" b="1"/>
            </a:lvl5pPr>
            <a:lvl6pPr marL="2743200" lvl="5" indent="-228600" algn="l">
              <a:spcBef>
                <a:spcPts val="200"/>
              </a:spcBef>
              <a:spcAft>
                <a:spcPts val="0"/>
              </a:spcAft>
              <a:buClr>
                <a:schemeClr val="dk1"/>
              </a:buClr>
              <a:buSzPts val="1200"/>
              <a:buFont typeface="Tahoma" panose="020B0604030504040204"/>
              <a:buNone/>
              <a:defRPr sz="1200" b="1"/>
            </a:lvl6pPr>
            <a:lvl7pPr marL="3200400" lvl="6" indent="-228600" algn="l">
              <a:spcBef>
                <a:spcPts val="200"/>
              </a:spcBef>
              <a:spcAft>
                <a:spcPts val="0"/>
              </a:spcAft>
              <a:buClr>
                <a:schemeClr val="dk1"/>
              </a:buClr>
              <a:buSzPts val="1200"/>
              <a:buFont typeface="Tahoma" panose="020B0604030504040204"/>
              <a:buNone/>
              <a:defRPr sz="1200" b="1"/>
            </a:lvl7pPr>
            <a:lvl8pPr marL="3657600" lvl="7" indent="-228600" algn="l">
              <a:spcBef>
                <a:spcPts val="200"/>
              </a:spcBef>
              <a:spcAft>
                <a:spcPts val="0"/>
              </a:spcAft>
              <a:buClr>
                <a:schemeClr val="dk1"/>
              </a:buClr>
              <a:buSzPts val="1200"/>
              <a:buFont typeface="Tahoma" panose="020B0604030504040204"/>
              <a:buNone/>
              <a:defRPr sz="1200" b="1"/>
            </a:lvl8pPr>
            <a:lvl9pPr marL="4114800" lvl="8" indent="-228600" algn="l">
              <a:spcBef>
                <a:spcPts val="200"/>
              </a:spcBef>
              <a:spcAft>
                <a:spcPts val="0"/>
              </a:spcAft>
              <a:buClr>
                <a:schemeClr val="dk1"/>
              </a:buClr>
              <a:buSzPts val="1200"/>
              <a:buFont typeface="Tahoma" panose="020B0604030504040204"/>
              <a:buNone/>
              <a:defRPr sz="1200" b="1"/>
            </a:lvl9pPr>
          </a:lstStyle>
          <a:p/>
        </p:txBody>
      </p:sp>
      <p:sp>
        <p:nvSpPr>
          <p:cNvPr id="89" name="Google Shape;89;p19"/>
          <p:cNvSpPr txBox="1">
            <a:spLocks noGrp="1"/>
          </p:cNvSpPr>
          <p:nvPr>
            <p:ph type="body" idx="4"/>
          </p:nvPr>
        </p:nvSpPr>
        <p:spPr>
          <a:xfrm>
            <a:off x="4645026" y="1631156"/>
            <a:ext cx="4041775" cy="2963466"/>
          </a:xfrm>
          <a:prstGeom prst="rect">
            <a:avLst/>
          </a:prstGeom>
          <a:noFill/>
          <a:ln>
            <a:noFill/>
          </a:ln>
        </p:spPr>
        <p:txBody>
          <a:bodyPr spcFirstLastPara="1" wrap="square" lIns="68575" tIns="34275" rIns="68575" bIns="34275" anchor="t" anchorCtr="0">
            <a:noAutofit/>
          </a:bodyPr>
          <a:lstStyle>
            <a:lvl1pPr marL="457200" lvl="0" indent="-342900" algn="l">
              <a:spcBef>
                <a:spcPts val="400"/>
              </a:spcBef>
              <a:spcAft>
                <a:spcPts val="0"/>
              </a:spcAft>
              <a:buClr>
                <a:schemeClr val="dk1"/>
              </a:buClr>
              <a:buSzPts val="1800"/>
              <a:buFont typeface="Calibri" panose="020F0502020204030204"/>
              <a:buChar char="•"/>
              <a:defRPr sz="1800"/>
            </a:lvl1pPr>
            <a:lvl2pPr marL="914400" lvl="1" indent="-323850" algn="l">
              <a:spcBef>
                <a:spcPts val="300"/>
              </a:spcBef>
              <a:spcAft>
                <a:spcPts val="0"/>
              </a:spcAft>
              <a:buClr>
                <a:schemeClr val="dk1"/>
              </a:buClr>
              <a:buSzPts val="1500"/>
              <a:buFont typeface="Calibri" panose="020F0502020204030204"/>
              <a:buChar char="•"/>
              <a:defRPr sz="1500"/>
            </a:lvl2pPr>
            <a:lvl3pPr marL="1371600" lvl="2" indent="-317500" algn="l">
              <a:spcBef>
                <a:spcPts val="300"/>
              </a:spcBef>
              <a:spcAft>
                <a:spcPts val="0"/>
              </a:spcAft>
              <a:buClr>
                <a:schemeClr val="dk1"/>
              </a:buClr>
              <a:buSzPts val="1400"/>
              <a:buFont typeface="Calibri" panose="020F0502020204030204"/>
              <a:buChar char="•"/>
              <a:defRPr sz="1400"/>
            </a:lvl3pPr>
            <a:lvl4pPr marL="1828800" lvl="3" indent="-304800" algn="l">
              <a:spcBef>
                <a:spcPts val="200"/>
              </a:spcBef>
              <a:spcAft>
                <a:spcPts val="0"/>
              </a:spcAft>
              <a:buClr>
                <a:schemeClr val="dk1"/>
              </a:buClr>
              <a:buSzPts val="1200"/>
              <a:buFont typeface="Calibri" panose="020F0502020204030204"/>
              <a:buChar char="•"/>
              <a:defRPr sz="1200"/>
            </a:lvl4pPr>
            <a:lvl5pPr marL="2286000" lvl="4" indent="-304800" algn="l">
              <a:spcBef>
                <a:spcPts val="200"/>
              </a:spcBef>
              <a:spcAft>
                <a:spcPts val="0"/>
              </a:spcAft>
              <a:buClr>
                <a:schemeClr val="dk1"/>
              </a:buClr>
              <a:buSzPts val="1200"/>
              <a:buFont typeface="Calibri" panose="020F0502020204030204"/>
              <a:buChar char="•"/>
              <a:defRPr sz="1200"/>
            </a:lvl5pPr>
            <a:lvl6pPr marL="2743200" lvl="5" indent="-304800" algn="l">
              <a:spcBef>
                <a:spcPts val="200"/>
              </a:spcBef>
              <a:spcAft>
                <a:spcPts val="0"/>
              </a:spcAft>
              <a:buClr>
                <a:schemeClr val="dk1"/>
              </a:buClr>
              <a:buSzPts val="1200"/>
              <a:buFont typeface="Tahoma" panose="020B0604030504040204"/>
              <a:buChar char="•"/>
              <a:defRPr sz="1200"/>
            </a:lvl6pPr>
            <a:lvl7pPr marL="3200400" lvl="6" indent="-304800" algn="l">
              <a:spcBef>
                <a:spcPts val="200"/>
              </a:spcBef>
              <a:spcAft>
                <a:spcPts val="0"/>
              </a:spcAft>
              <a:buClr>
                <a:schemeClr val="dk1"/>
              </a:buClr>
              <a:buSzPts val="1200"/>
              <a:buFont typeface="Tahoma" panose="020B0604030504040204"/>
              <a:buChar char="•"/>
              <a:defRPr sz="1200"/>
            </a:lvl7pPr>
            <a:lvl8pPr marL="3657600" lvl="7" indent="-304800" algn="l">
              <a:spcBef>
                <a:spcPts val="200"/>
              </a:spcBef>
              <a:spcAft>
                <a:spcPts val="0"/>
              </a:spcAft>
              <a:buClr>
                <a:schemeClr val="dk1"/>
              </a:buClr>
              <a:buSzPts val="1200"/>
              <a:buFont typeface="Tahoma" panose="020B0604030504040204"/>
              <a:buChar char="•"/>
              <a:defRPr sz="1200"/>
            </a:lvl8pPr>
            <a:lvl9pPr marL="4114800" lvl="8" indent="-304800" algn="l">
              <a:spcBef>
                <a:spcPts val="200"/>
              </a:spcBef>
              <a:spcAft>
                <a:spcPts val="0"/>
              </a:spcAft>
              <a:buClr>
                <a:schemeClr val="dk1"/>
              </a:buClr>
              <a:buSzPts val="1200"/>
              <a:buFont typeface="Tahoma" panose="020B0604030504040204"/>
              <a:buChar char="•"/>
              <a:defRPr sz="1200"/>
            </a:lvl9pPr>
          </a:lstStyle>
          <a:p/>
        </p:txBody>
      </p:sp>
      <p:sp>
        <p:nvSpPr>
          <p:cNvPr id="90" name="Google Shape;90;p19"/>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lvl1pPr marL="0" lvl="0"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
        <p:nvSpPr>
          <p:cNvPr id="91" name="Google Shape;91;p19"/>
          <p:cNvSpPr txBox="1">
            <a:spLocks noGrp="1"/>
          </p:cNvSpPr>
          <p:nvPr>
            <p:ph type="title"/>
          </p:nvPr>
        </p:nvSpPr>
        <p:spPr>
          <a:xfrm>
            <a:off x="323851" y="-75010"/>
            <a:ext cx="7699375" cy="540545"/>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matchingName="Obsah s titulkem">
  <p:cSld name="OBJECT_WITH_CAPTION_TEXT">
    <p:spTree>
      <p:nvGrpSpPr>
        <p:cNvPr id="1" name="Shape 92"/>
        <p:cNvGrpSpPr/>
        <p:nvPr/>
      </p:nvGrpSpPr>
      <p:grpSpPr>
        <a:xfrm>
          <a:off x="0" y="0"/>
          <a:ext cx="0" cy="0"/>
          <a:chOff x="0" y="0"/>
          <a:chExt cx="0" cy="0"/>
        </a:xfrm>
      </p:grpSpPr>
      <p:sp>
        <p:nvSpPr>
          <p:cNvPr id="93" name="Google Shape;93;p20"/>
          <p:cNvSpPr txBox="1"/>
          <p:nvPr/>
        </p:nvSpPr>
        <p:spPr>
          <a:xfrm>
            <a:off x="323851" y="-75010"/>
            <a:ext cx="7699375" cy="540545"/>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00A9E0"/>
              </a:buClr>
              <a:buSzPts val="2000"/>
              <a:buFont typeface="Calibri" panose="020F0502020204030204"/>
              <a:buNone/>
            </a:pPr>
            <a:r>
              <a:rPr lang="en-US" sz="2000" b="0" i="0" u="none" strike="noStrike" cap="none">
                <a:solidFill>
                  <a:srgbClr val="00A9E0"/>
                </a:solidFill>
                <a:latin typeface="Calibri" panose="020F0502020204030204"/>
                <a:ea typeface="Calibri" panose="020F0502020204030204"/>
                <a:cs typeface="Calibri" panose="020F0502020204030204"/>
                <a:sym typeface="Calibri" panose="020F0502020204030204"/>
              </a:rPr>
              <a:t>Klepnutím lze upravit styl předlohy nadpisů.</a:t>
            </a:r>
            <a:endParaRPr sz="2000" b="0" i="0" u="none" strike="noStrike" cap="none">
              <a:solidFill>
                <a:srgbClr val="00A9E0"/>
              </a:solidFill>
              <a:latin typeface="Calibri" panose="020F0502020204030204"/>
              <a:ea typeface="Calibri" panose="020F0502020204030204"/>
              <a:cs typeface="Calibri" panose="020F0502020204030204"/>
              <a:sym typeface="Calibri" panose="020F0502020204030204"/>
            </a:endParaRPr>
          </a:p>
        </p:txBody>
      </p:sp>
      <p:sp>
        <p:nvSpPr>
          <p:cNvPr id="94" name="Google Shape;94;p20"/>
          <p:cNvSpPr txBox="1">
            <a:spLocks noGrp="1"/>
          </p:cNvSpPr>
          <p:nvPr>
            <p:ph type="title"/>
          </p:nvPr>
        </p:nvSpPr>
        <p:spPr>
          <a:xfrm>
            <a:off x="457201" y="204788"/>
            <a:ext cx="3008313" cy="871538"/>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sz="1500" b="1"/>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20"/>
          <p:cNvSpPr txBox="1">
            <a:spLocks noGrp="1"/>
          </p:cNvSpPr>
          <p:nvPr>
            <p:ph type="body" idx="1"/>
          </p:nvPr>
        </p:nvSpPr>
        <p:spPr>
          <a:xfrm>
            <a:off x="3575050" y="519523"/>
            <a:ext cx="5111750" cy="4075100"/>
          </a:xfrm>
          <a:prstGeom prst="rect">
            <a:avLst/>
          </a:prstGeom>
          <a:noFill/>
          <a:ln>
            <a:noFill/>
          </a:ln>
        </p:spPr>
        <p:txBody>
          <a:bodyPr spcFirstLastPara="1" wrap="square" lIns="68575" tIns="34275" rIns="68575" bIns="34275" anchor="t" anchorCtr="0">
            <a:noAutofit/>
          </a:bodyPr>
          <a:lstStyle>
            <a:lvl1pPr marL="457200" lvl="0" indent="-381000" algn="l">
              <a:spcBef>
                <a:spcPts val="500"/>
              </a:spcBef>
              <a:spcAft>
                <a:spcPts val="0"/>
              </a:spcAft>
              <a:buClr>
                <a:schemeClr val="dk1"/>
              </a:buClr>
              <a:buSzPts val="2400"/>
              <a:buFont typeface="Calibri" panose="020F0502020204030204"/>
              <a:buChar char="•"/>
              <a:defRPr sz="2400"/>
            </a:lvl1pPr>
            <a:lvl2pPr marL="914400" lvl="1" indent="-361950" algn="l">
              <a:spcBef>
                <a:spcPts val="400"/>
              </a:spcBef>
              <a:spcAft>
                <a:spcPts val="0"/>
              </a:spcAft>
              <a:buClr>
                <a:schemeClr val="dk1"/>
              </a:buClr>
              <a:buSzPts val="2100"/>
              <a:buFont typeface="Calibri" panose="020F0502020204030204"/>
              <a:buChar char="•"/>
              <a:defRPr sz="2100"/>
            </a:lvl2pPr>
            <a:lvl3pPr marL="1371600" lvl="2" indent="-342900" algn="l">
              <a:spcBef>
                <a:spcPts val="400"/>
              </a:spcBef>
              <a:spcAft>
                <a:spcPts val="0"/>
              </a:spcAft>
              <a:buClr>
                <a:schemeClr val="dk1"/>
              </a:buClr>
              <a:buSzPts val="1800"/>
              <a:buFont typeface="Calibri" panose="020F0502020204030204"/>
              <a:buChar char="•"/>
              <a:defRPr sz="1800"/>
            </a:lvl3pPr>
            <a:lvl4pPr marL="1828800" lvl="3" indent="-323850" algn="l">
              <a:spcBef>
                <a:spcPts val="300"/>
              </a:spcBef>
              <a:spcAft>
                <a:spcPts val="0"/>
              </a:spcAft>
              <a:buClr>
                <a:schemeClr val="dk1"/>
              </a:buClr>
              <a:buSzPts val="1500"/>
              <a:buFont typeface="Calibri" panose="020F0502020204030204"/>
              <a:buChar char="•"/>
              <a:defRPr sz="1500"/>
            </a:lvl4pPr>
            <a:lvl5pPr marL="2286000" lvl="4" indent="-323850" algn="l">
              <a:spcBef>
                <a:spcPts val="300"/>
              </a:spcBef>
              <a:spcAft>
                <a:spcPts val="0"/>
              </a:spcAft>
              <a:buClr>
                <a:schemeClr val="dk1"/>
              </a:buClr>
              <a:buSzPts val="1500"/>
              <a:buFont typeface="Calibri" panose="020F0502020204030204"/>
              <a:buChar char="•"/>
              <a:defRPr sz="1500"/>
            </a:lvl5pPr>
            <a:lvl6pPr marL="2743200" lvl="5" indent="-323850" algn="l">
              <a:spcBef>
                <a:spcPts val="300"/>
              </a:spcBef>
              <a:spcAft>
                <a:spcPts val="0"/>
              </a:spcAft>
              <a:buClr>
                <a:schemeClr val="dk1"/>
              </a:buClr>
              <a:buSzPts val="1500"/>
              <a:buFont typeface="Tahoma" panose="020B0604030504040204"/>
              <a:buChar char="•"/>
              <a:defRPr sz="1500"/>
            </a:lvl6pPr>
            <a:lvl7pPr marL="3200400" lvl="6" indent="-323850" algn="l">
              <a:spcBef>
                <a:spcPts val="300"/>
              </a:spcBef>
              <a:spcAft>
                <a:spcPts val="0"/>
              </a:spcAft>
              <a:buClr>
                <a:schemeClr val="dk1"/>
              </a:buClr>
              <a:buSzPts val="1500"/>
              <a:buFont typeface="Tahoma" panose="020B0604030504040204"/>
              <a:buChar char="•"/>
              <a:defRPr sz="1500"/>
            </a:lvl7pPr>
            <a:lvl8pPr marL="3657600" lvl="7" indent="-323850" algn="l">
              <a:spcBef>
                <a:spcPts val="300"/>
              </a:spcBef>
              <a:spcAft>
                <a:spcPts val="0"/>
              </a:spcAft>
              <a:buClr>
                <a:schemeClr val="dk1"/>
              </a:buClr>
              <a:buSzPts val="1500"/>
              <a:buFont typeface="Tahoma" panose="020B0604030504040204"/>
              <a:buChar char="•"/>
              <a:defRPr sz="1500"/>
            </a:lvl8pPr>
            <a:lvl9pPr marL="4114800" lvl="8" indent="-323850" algn="l">
              <a:spcBef>
                <a:spcPts val="300"/>
              </a:spcBef>
              <a:spcAft>
                <a:spcPts val="0"/>
              </a:spcAft>
              <a:buClr>
                <a:schemeClr val="dk1"/>
              </a:buClr>
              <a:buSzPts val="1500"/>
              <a:buFont typeface="Tahoma" panose="020B0604030504040204"/>
              <a:buChar char="•"/>
              <a:defRPr sz="1500"/>
            </a:lvl9pPr>
          </a:lstStyle>
          <a:p/>
        </p:txBody>
      </p:sp>
      <p:sp>
        <p:nvSpPr>
          <p:cNvPr id="96" name="Google Shape;96;p20"/>
          <p:cNvSpPr txBox="1">
            <a:spLocks noGrp="1"/>
          </p:cNvSpPr>
          <p:nvPr>
            <p:ph type="body" idx="2"/>
          </p:nvPr>
        </p:nvSpPr>
        <p:spPr>
          <a:xfrm>
            <a:off x="457201" y="1076326"/>
            <a:ext cx="3008313" cy="3518297"/>
          </a:xfrm>
          <a:prstGeom prst="rect">
            <a:avLst/>
          </a:prstGeom>
          <a:noFill/>
          <a:ln>
            <a:noFill/>
          </a:ln>
        </p:spPr>
        <p:txBody>
          <a:bodyPr spcFirstLastPara="1" wrap="square" lIns="68575" tIns="34275" rIns="68575" bIns="34275" anchor="t" anchorCtr="0">
            <a:noAutofit/>
          </a:bodyPr>
          <a:lstStyle>
            <a:lvl1pPr marL="457200" lvl="0" indent="-228600" algn="l">
              <a:spcBef>
                <a:spcPts val="200"/>
              </a:spcBef>
              <a:spcAft>
                <a:spcPts val="0"/>
              </a:spcAft>
              <a:buClr>
                <a:schemeClr val="dk1"/>
              </a:buClr>
              <a:buSzPts val="1100"/>
              <a:buFont typeface="Calibri" panose="020F0502020204030204"/>
              <a:buNone/>
              <a:defRPr sz="1100"/>
            </a:lvl1pPr>
            <a:lvl2pPr marL="914400" lvl="1" indent="-228600" algn="l">
              <a:spcBef>
                <a:spcPts val="200"/>
              </a:spcBef>
              <a:spcAft>
                <a:spcPts val="0"/>
              </a:spcAft>
              <a:buClr>
                <a:schemeClr val="dk1"/>
              </a:buClr>
              <a:buSzPts val="900"/>
              <a:buFont typeface="Calibri" panose="020F0502020204030204"/>
              <a:buNone/>
              <a:defRPr sz="900"/>
            </a:lvl2pPr>
            <a:lvl3pPr marL="1371600" lvl="2" indent="-228600" algn="l">
              <a:spcBef>
                <a:spcPts val="200"/>
              </a:spcBef>
              <a:spcAft>
                <a:spcPts val="0"/>
              </a:spcAft>
              <a:buClr>
                <a:schemeClr val="dk1"/>
              </a:buClr>
              <a:buSzPts val="800"/>
              <a:buFont typeface="Calibri" panose="020F0502020204030204"/>
              <a:buNone/>
              <a:defRPr sz="800"/>
            </a:lvl3pPr>
            <a:lvl4pPr marL="1828800" lvl="3" indent="-228600" algn="l">
              <a:spcBef>
                <a:spcPts val="100"/>
              </a:spcBef>
              <a:spcAft>
                <a:spcPts val="0"/>
              </a:spcAft>
              <a:buClr>
                <a:schemeClr val="dk1"/>
              </a:buClr>
              <a:buSzPts val="700"/>
              <a:buFont typeface="Calibri" panose="020F0502020204030204"/>
              <a:buNone/>
              <a:defRPr sz="700"/>
            </a:lvl4pPr>
            <a:lvl5pPr marL="2286000" lvl="4" indent="-228600" algn="l">
              <a:spcBef>
                <a:spcPts val="100"/>
              </a:spcBef>
              <a:spcAft>
                <a:spcPts val="0"/>
              </a:spcAft>
              <a:buClr>
                <a:schemeClr val="dk1"/>
              </a:buClr>
              <a:buSzPts val="700"/>
              <a:buFont typeface="Calibri" panose="020F0502020204030204"/>
              <a:buNone/>
              <a:defRPr sz="700"/>
            </a:lvl5pPr>
            <a:lvl6pPr marL="2743200" lvl="5" indent="-228600" algn="l">
              <a:spcBef>
                <a:spcPts val="100"/>
              </a:spcBef>
              <a:spcAft>
                <a:spcPts val="0"/>
              </a:spcAft>
              <a:buClr>
                <a:schemeClr val="dk1"/>
              </a:buClr>
              <a:buSzPts val="700"/>
              <a:buFont typeface="Tahoma" panose="020B0604030504040204"/>
              <a:buNone/>
              <a:defRPr sz="700"/>
            </a:lvl6pPr>
            <a:lvl7pPr marL="3200400" lvl="6" indent="-228600" algn="l">
              <a:spcBef>
                <a:spcPts val="100"/>
              </a:spcBef>
              <a:spcAft>
                <a:spcPts val="0"/>
              </a:spcAft>
              <a:buClr>
                <a:schemeClr val="dk1"/>
              </a:buClr>
              <a:buSzPts val="700"/>
              <a:buFont typeface="Tahoma" panose="020B0604030504040204"/>
              <a:buNone/>
              <a:defRPr sz="700"/>
            </a:lvl7pPr>
            <a:lvl8pPr marL="3657600" lvl="7" indent="-228600" algn="l">
              <a:spcBef>
                <a:spcPts val="100"/>
              </a:spcBef>
              <a:spcAft>
                <a:spcPts val="0"/>
              </a:spcAft>
              <a:buClr>
                <a:schemeClr val="dk1"/>
              </a:buClr>
              <a:buSzPts val="700"/>
              <a:buFont typeface="Tahoma" panose="020B0604030504040204"/>
              <a:buNone/>
              <a:defRPr sz="700"/>
            </a:lvl8pPr>
            <a:lvl9pPr marL="4114800" lvl="8" indent="-228600" algn="l">
              <a:spcBef>
                <a:spcPts val="100"/>
              </a:spcBef>
              <a:spcAft>
                <a:spcPts val="0"/>
              </a:spcAft>
              <a:buClr>
                <a:schemeClr val="dk1"/>
              </a:buClr>
              <a:buSzPts val="700"/>
              <a:buFont typeface="Tahoma" panose="020B0604030504040204"/>
              <a:buNone/>
              <a:defRPr sz="700"/>
            </a:lvl9pPr>
          </a:lstStyle>
          <a:p/>
        </p:txBody>
      </p:sp>
      <p:sp>
        <p:nvSpPr>
          <p:cNvPr id="97" name="Google Shape;97;p20"/>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lvl1pPr marL="0" lvl="0"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matchingName="Obrázek s titulkem">
  <p:cSld name="PICTURE_WITH_CAPTION_TEXT">
    <p:spTree>
      <p:nvGrpSpPr>
        <p:cNvPr id="1" name="Shape 98"/>
        <p:cNvGrpSpPr/>
        <p:nvPr/>
      </p:nvGrpSpPr>
      <p:grpSpPr>
        <a:xfrm>
          <a:off x="0" y="0"/>
          <a:ext cx="0" cy="0"/>
          <a:chOff x="0" y="0"/>
          <a:chExt cx="0" cy="0"/>
        </a:xfrm>
      </p:grpSpPr>
      <p:sp>
        <p:nvSpPr>
          <p:cNvPr id="99" name="Google Shape;99;p21"/>
          <p:cNvSpPr txBox="1"/>
          <p:nvPr/>
        </p:nvSpPr>
        <p:spPr>
          <a:xfrm>
            <a:off x="323851" y="-75010"/>
            <a:ext cx="7699375" cy="540545"/>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00A9E0"/>
              </a:buClr>
              <a:buSzPts val="2000"/>
              <a:buFont typeface="Calibri" panose="020F0502020204030204"/>
              <a:buNone/>
            </a:pPr>
            <a:r>
              <a:rPr lang="en-US" sz="2000" b="0" i="0" u="none" strike="noStrike" cap="none">
                <a:solidFill>
                  <a:srgbClr val="00A9E0"/>
                </a:solidFill>
                <a:latin typeface="Calibri" panose="020F0502020204030204"/>
                <a:ea typeface="Calibri" panose="020F0502020204030204"/>
                <a:cs typeface="Calibri" panose="020F0502020204030204"/>
                <a:sym typeface="Calibri" panose="020F0502020204030204"/>
              </a:rPr>
              <a:t>Klepnutím lze upravit styl předlohy nadpisů.</a:t>
            </a:r>
            <a:endParaRPr sz="2000" b="0" i="0" u="none" strike="noStrike" cap="none">
              <a:solidFill>
                <a:srgbClr val="00A9E0"/>
              </a:solidFill>
              <a:latin typeface="Calibri" panose="020F0502020204030204"/>
              <a:ea typeface="Calibri" panose="020F0502020204030204"/>
              <a:cs typeface="Calibri" panose="020F0502020204030204"/>
              <a:sym typeface="Calibri" panose="020F0502020204030204"/>
            </a:endParaRPr>
          </a:p>
        </p:txBody>
      </p:sp>
      <p:sp>
        <p:nvSpPr>
          <p:cNvPr id="100" name="Google Shape;100;p21"/>
          <p:cNvSpPr txBox="1">
            <a:spLocks noGrp="1"/>
          </p:cNvSpPr>
          <p:nvPr>
            <p:ph type="title"/>
          </p:nvPr>
        </p:nvSpPr>
        <p:spPr>
          <a:xfrm>
            <a:off x="1792288" y="3600450"/>
            <a:ext cx="5486400" cy="425054"/>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SzPts val="1100"/>
              <a:buNone/>
              <a:defRPr sz="1500" b="1"/>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21"/>
          <p:cNvSpPr>
            <a:spLocks noGrp="1"/>
          </p:cNvSpPr>
          <p:nvPr>
            <p:ph type="pic" idx="2"/>
          </p:nvPr>
        </p:nvSpPr>
        <p:spPr>
          <a:xfrm>
            <a:off x="1792288" y="459581"/>
            <a:ext cx="5486400" cy="3086100"/>
          </a:xfrm>
          <a:prstGeom prst="rect">
            <a:avLst/>
          </a:prstGeom>
          <a:noFill/>
          <a:ln>
            <a:noFill/>
          </a:ln>
        </p:spPr>
      </p:sp>
      <p:sp>
        <p:nvSpPr>
          <p:cNvPr id="102" name="Google Shape;102;p21"/>
          <p:cNvSpPr txBox="1">
            <a:spLocks noGrp="1"/>
          </p:cNvSpPr>
          <p:nvPr>
            <p:ph type="body" idx="1"/>
          </p:nvPr>
        </p:nvSpPr>
        <p:spPr>
          <a:xfrm>
            <a:off x="1792288" y="4025503"/>
            <a:ext cx="5486400" cy="603647"/>
          </a:xfrm>
          <a:prstGeom prst="rect">
            <a:avLst/>
          </a:prstGeom>
          <a:noFill/>
          <a:ln>
            <a:noFill/>
          </a:ln>
        </p:spPr>
        <p:txBody>
          <a:bodyPr spcFirstLastPara="1" wrap="square" lIns="68575" tIns="34275" rIns="68575" bIns="34275" anchor="t" anchorCtr="0">
            <a:noAutofit/>
          </a:bodyPr>
          <a:lstStyle>
            <a:lvl1pPr marL="457200" lvl="0" indent="-228600" algn="l">
              <a:spcBef>
                <a:spcPts val="200"/>
              </a:spcBef>
              <a:spcAft>
                <a:spcPts val="0"/>
              </a:spcAft>
              <a:buClr>
                <a:schemeClr val="dk1"/>
              </a:buClr>
              <a:buSzPts val="1100"/>
              <a:buFont typeface="Calibri" panose="020F0502020204030204"/>
              <a:buNone/>
              <a:defRPr sz="1100"/>
            </a:lvl1pPr>
            <a:lvl2pPr marL="914400" lvl="1" indent="-228600" algn="l">
              <a:spcBef>
                <a:spcPts val="200"/>
              </a:spcBef>
              <a:spcAft>
                <a:spcPts val="0"/>
              </a:spcAft>
              <a:buClr>
                <a:schemeClr val="dk1"/>
              </a:buClr>
              <a:buSzPts val="900"/>
              <a:buFont typeface="Calibri" panose="020F0502020204030204"/>
              <a:buNone/>
              <a:defRPr sz="900"/>
            </a:lvl2pPr>
            <a:lvl3pPr marL="1371600" lvl="2" indent="-228600" algn="l">
              <a:spcBef>
                <a:spcPts val="200"/>
              </a:spcBef>
              <a:spcAft>
                <a:spcPts val="0"/>
              </a:spcAft>
              <a:buClr>
                <a:schemeClr val="dk1"/>
              </a:buClr>
              <a:buSzPts val="800"/>
              <a:buFont typeface="Calibri" panose="020F0502020204030204"/>
              <a:buNone/>
              <a:defRPr sz="800"/>
            </a:lvl3pPr>
            <a:lvl4pPr marL="1828800" lvl="3" indent="-228600" algn="l">
              <a:spcBef>
                <a:spcPts val="100"/>
              </a:spcBef>
              <a:spcAft>
                <a:spcPts val="0"/>
              </a:spcAft>
              <a:buClr>
                <a:schemeClr val="dk1"/>
              </a:buClr>
              <a:buSzPts val="700"/>
              <a:buFont typeface="Calibri" panose="020F0502020204030204"/>
              <a:buNone/>
              <a:defRPr sz="700"/>
            </a:lvl4pPr>
            <a:lvl5pPr marL="2286000" lvl="4" indent="-228600" algn="l">
              <a:spcBef>
                <a:spcPts val="100"/>
              </a:spcBef>
              <a:spcAft>
                <a:spcPts val="0"/>
              </a:spcAft>
              <a:buClr>
                <a:schemeClr val="dk1"/>
              </a:buClr>
              <a:buSzPts val="700"/>
              <a:buFont typeface="Calibri" panose="020F0502020204030204"/>
              <a:buNone/>
              <a:defRPr sz="700"/>
            </a:lvl5pPr>
            <a:lvl6pPr marL="2743200" lvl="5" indent="-228600" algn="l">
              <a:spcBef>
                <a:spcPts val="100"/>
              </a:spcBef>
              <a:spcAft>
                <a:spcPts val="0"/>
              </a:spcAft>
              <a:buClr>
                <a:schemeClr val="dk1"/>
              </a:buClr>
              <a:buSzPts val="700"/>
              <a:buFont typeface="Tahoma" panose="020B0604030504040204"/>
              <a:buNone/>
              <a:defRPr sz="700"/>
            </a:lvl6pPr>
            <a:lvl7pPr marL="3200400" lvl="6" indent="-228600" algn="l">
              <a:spcBef>
                <a:spcPts val="100"/>
              </a:spcBef>
              <a:spcAft>
                <a:spcPts val="0"/>
              </a:spcAft>
              <a:buClr>
                <a:schemeClr val="dk1"/>
              </a:buClr>
              <a:buSzPts val="700"/>
              <a:buFont typeface="Tahoma" panose="020B0604030504040204"/>
              <a:buNone/>
              <a:defRPr sz="700"/>
            </a:lvl7pPr>
            <a:lvl8pPr marL="3657600" lvl="7" indent="-228600" algn="l">
              <a:spcBef>
                <a:spcPts val="100"/>
              </a:spcBef>
              <a:spcAft>
                <a:spcPts val="0"/>
              </a:spcAft>
              <a:buClr>
                <a:schemeClr val="dk1"/>
              </a:buClr>
              <a:buSzPts val="700"/>
              <a:buFont typeface="Tahoma" panose="020B0604030504040204"/>
              <a:buNone/>
              <a:defRPr sz="700"/>
            </a:lvl8pPr>
            <a:lvl9pPr marL="4114800" lvl="8" indent="-228600" algn="l">
              <a:spcBef>
                <a:spcPts val="100"/>
              </a:spcBef>
              <a:spcAft>
                <a:spcPts val="0"/>
              </a:spcAft>
              <a:buClr>
                <a:schemeClr val="dk1"/>
              </a:buClr>
              <a:buSzPts val="700"/>
              <a:buFont typeface="Tahoma" panose="020B0604030504040204"/>
              <a:buNone/>
              <a:defRPr sz="700"/>
            </a:lvl9pPr>
          </a:lstStyle>
          <a:p/>
        </p:txBody>
      </p:sp>
      <p:sp>
        <p:nvSpPr>
          <p:cNvPr id="103" name="Google Shape;103;p21"/>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lvl1pPr marL="0" lvl="0"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matchingName="Nadpis a svislý text">
  <p:cSld name="VERTICAL_TEXT">
    <p:spTree>
      <p:nvGrpSpPr>
        <p:cNvPr id="1" name="Shape 104"/>
        <p:cNvGrpSpPr/>
        <p:nvPr/>
      </p:nvGrpSpPr>
      <p:grpSpPr>
        <a:xfrm>
          <a:off x="0" y="0"/>
          <a:ext cx="0" cy="0"/>
          <a:chOff x="0" y="0"/>
          <a:chExt cx="0" cy="0"/>
        </a:xfrm>
      </p:grpSpPr>
      <p:sp>
        <p:nvSpPr>
          <p:cNvPr id="105" name="Google Shape;105;p22"/>
          <p:cNvSpPr txBox="1">
            <a:spLocks noGrp="1"/>
          </p:cNvSpPr>
          <p:nvPr>
            <p:ph type="title"/>
          </p:nvPr>
        </p:nvSpPr>
        <p:spPr>
          <a:xfrm>
            <a:off x="323851" y="-75010"/>
            <a:ext cx="7699375" cy="540545"/>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2"/>
          <p:cNvSpPr txBox="1">
            <a:spLocks noGrp="1"/>
          </p:cNvSpPr>
          <p:nvPr>
            <p:ph type="body" idx="1"/>
          </p:nvPr>
        </p:nvSpPr>
        <p:spPr>
          <a:xfrm rot="5400000">
            <a:off x="2381213" y="-1483481"/>
            <a:ext cx="4526038" cy="8640763"/>
          </a:xfrm>
          <a:prstGeom prst="rect">
            <a:avLst/>
          </a:prstGeom>
          <a:noFill/>
          <a:ln>
            <a:noFill/>
          </a:ln>
        </p:spPr>
        <p:txBody>
          <a:bodyPr spcFirstLastPara="1" wrap="square" lIns="68575" tIns="34275" rIns="68575" bIns="34275" anchor="t" anchorCtr="0">
            <a:no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p:txBody>
      </p:sp>
      <p:sp>
        <p:nvSpPr>
          <p:cNvPr id="107" name="Google Shape;107;p22"/>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lvl1pPr marL="0" lvl="0"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matchingName="Svislý nadpis a text">
  <p:cSld name="VERTICAL_TITLE_AND_VERTICAL_TEXT">
    <p:spTree>
      <p:nvGrpSpPr>
        <p:cNvPr id="1" name="Shape 108"/>
        <p:cNvGrpSpPr/>
        <p:nvPr/>
      </p:nvGrpSpPr>
      <p:grpSpPr>
        <a:xfrm>
          <a:off x="0" y="0"/>
          <a:ext cx="0" cy="0"/>
          <a:chOff x="0" y="0"/>
          <a:chExt cx="0" cy="0"/>
        </a:xfrm>
      </p:grpSpPr>
      <p:sp>
        <p:nvSpPr>
          <p:cNvPr id="109" name="Google Shape;109;p23"/>
          <p:cNvSpPr txBox="1"/>
          <p:nvPr/>
        </p:nvSpPr>
        <p:spPr>
          <a:xfrm>
            <a:off x="323851" y="-75010"/>
            <a:ext cx="7699375" cy="540545"/>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00A9E0"/>
              </a:buClr>
              <a:buSzPts val="2000"/>
              <a:buFont typeface="Calibri" panose="020F0502020204030204"/>
              <a:buNone/>
            </a:pPr>
            <a:r>
              <a:rPr lang="en-US" sz="2000" b="0" i="0" u="none" strike="noStrike" cap="none">
                <a:solidFill>
                  <a:srgbClr val="00A9E0"/>
                </a:solidFill>
                <a:latin typeface="Calibri" panose="020F0502020204030204"/>
                <a:ea typeface="Calibri" panose="020F0502020204030204"/>
                <a:cs typeface="Calibri" panose="020F0502020204030204"/>
                <a:sym typeface="Calibri" panose="020F0502020204030204"/>
              </a:rPr>
              <a:t>Klepnutím lze upravit styl předlohy nadpisů.</a:t>
            </a:r>
            <a:endParaRPr sz="2000" b="0" i="0" u="none" strike="noStrike" cap="none">
              <a:solidFill>
                <a:srgbClr val="00A9E0"/>
              </a:solidFill>
              <a:latin typeface="Calibri" panose="020F0502020204030204"/>
              <a:ea typeface="Calibri" panose="020F0502020204030204"/>
              <a:cs typeface="Calibri" panose="020F0502020204030204"/>
              <a:sym typeface="Calibri" panose="020F0502020204030204"/>
            </a:endParaRPr>
          </a:p>
        </p:txBody>
      </p:sp>
      <p:sp>
        <p:nvSpPr>
          <p:cNvPr id="110" name="Google Shape;110;p23"/>
          <p:cNvSpPr txBox="1">
            <a:spLocks noGrp="1"/>
          </p:cNvSpPr>
          <p:nvPr>
            <p:ph type="title"/>
          </p:nvPr>
        </p:nvSpPr>
        <p:spPr>
          <a:xfrm rot="5400000">
            <a:off x="5561608" y="1168995"/>
            <a:ext cx="4647010" cy="21590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3"/>
          <p:cNvSpPr txBox="1">
            <a:spLocks noGrp="1"/>
          </p:cNvSpPr>
          <p:nvPr>
            <p:ph type="body" idx="1"/>
          </p:nvPr>
        </p:nvSpPr>
        <p:spPr>
          <a:xfrm rot="5400000">
            <a:off x="1165027" y="-916186"/>
            <a:ext cx="4647010" cy="6329363"/>
          </a:xfrm>
          <a:prstGeom prst="rect">
            <a:avLst/>
          </a:prstGeom>
          <a:noFill/>
          <a:ln>
            <a:noFill/>
          </a:ln>
        </p:spPr>
        <p:txBody>
          <a:bodyPr spcFirstLastPara="1" wrap="square" lIns="68575" tIns="34275" rIns="68575" bIns="34275" anchor="t" anchorCtr="0">
            <a:no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p:txBody>
      </p:sp>
      <p:sp>
        <p:nvSpPr>
          <p:cNvPr id="112" name="Google Shape;112;p23"/>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lvl1pPr marL="0" lvl="0"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image" Target="../media/image2.png"/><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grpSp>
        <p:nvGrpSpPr>
          <p:cNvPr id="51" name="Google Shape;51;p13"/>
          <p:cNvGrpSpPr/>
          <p:nvPr/>
        </p:nvGrpSpPr>
        <p:grpSpPr>
          <a:xfrm>
            <a:off x="0" y="1"/>
            <a:ext cx="9144000" cy="410766"/>
            <a:chOff x="0" y="1"/>
            <a:chExt cx="12192000" cy="547688"/>
          </a:xfrm>
        </p:grpSpPr>
        <p:sp>
          <p:nvSpPr>
            <p:cNvPr id="52" name="Google Shape;52;p13"/>
            <p:cNvSpPr/>
            <p:nvPr/>
          </p:nvSpPr>
          <p:spPr>
            <a:xfrm>
              <a:off x="0" y="1"/>
              <a:ext cx="12192000" cy="512763"/>
            </a:xfrm>
            <a:prstGeom prst="rect">
              <a:avLst/>
            </a:prstGeom>
            <a:solidFill>
              <a:srgbClr val="E5E5E5"/>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B9000C"/>
                </a:buClr>
                <a:buSzPts val="1800"/>
                <a:buFont typeface="Tahoma" panose="020B0604030504040204"/>
                <a:buNone/>
              </a:pPr>
              <a:endParaRPr sz="1800" b="1" i="0" u="none" strike="noStrike" cap="none">
                <a:solidFill>
                  <a:srgbClr val="B9000C"/>
                </a:solidFill>
                <a:latin typeface="Tahoma" panose="020B0604030504040204"/>
                <a:ea typeface="Tahoma" panose="020B0604030504040204"/>
                <a:cs typeface="Tahoma" panose="020B0604030504040204"/>
                <a:sym typeface="Tahoma" panose="020B0604030504040204"/>
              </a:endParaRPr>
            </a:p>
          </p:txBody>
        </p:sp>
        <p:sp>
          <p:nvSpPr>
            <p:cNvPr id="53" name="Google Shape;53;p13"/>
            <p:cNvSpPr/>
            <p:nvPr/>
          </p:nvSpPr>
          <p:spPr>
            <a:xfrm>
              <a:off x="0" y="512764"/>
              <a:ext cx="12192000" cy="34925"/>
            </a:xfrm>
            <a:prstGeom prst="rect">
              <a:avLst/>
            </a:prstGeom>
            <a:solidFill>
              <a:srgbClr val="E5E5E5"/>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rgbClr val="B9000C"/>
                </a:buClr>
                <a:buSzPts val="1800"/>
                <a:buFont typeface="Tahoma" panose="020B0604030504040204"/>
                <a:buNone/>
              </a:pPr>
              <a:endParaRPr sz="1800" b="1" i="0" u="none" strike="noStrike" cap="none">
                <a:solidFill>
                  <a:srgbClr val="B9000C"/>
                </a:solidFill>
                <a:latin typeface="Tahoma" panose="020B0604030504040204"/>
                <a:ea typeface="Tahoma" panose="020B0604030504040204"/>
                <a:cs typeface="Tahoma" panose="020B0604030504040204"/>
                <a:sym typeface="Tahoma" panose="020B0604030504040204"/>
              </a:endParaRPr>
            </a:p>
          </p:txBody>
        </p:sp>
      </p:grpSp>
      <p:sp>
        <p:nvSpPr>
          <p:cNvPr id="54" name="Google Shape;54;p13"/>
          <p:cNvSpPr txBox="1">
            <a:spLocks noGrp="1"/>
          </p:cNvSpPr>
          <p:nvPr>
            <p:ph type="title"/>
          </p:nvPr>
        </p:nvSpPr>
        <p:spPr>
          <a:xfrm>
            <a:off x="323851" y="-75010"/>
            <a:ext cx="7699375" cy="540545"/>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2400" b="0" i="0" u="none" strike="noStrike" cap="none">
                <a:solidFill>
                  <a:srgbClr val="00A9E0"/>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100"/>
              <a:buNone/>
              <a:defRPr sz="2000" b="0" i="0" u="none" strike="noStrike" cap="none">
                <a:solidFill>
                  <a:srgbClr val="1B85B9"/>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100"/>
              <a:buNone/>
              <a:defRPr sz="2000" b="0" i="0" u="none" strike="noStrike" cap="none">
                <a:solidFill>
                  <a:srgbClr val="1B85B9"/>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100"/>
              <a:buNone/>
              <a:defRPr sz="2000" b="0" i="0" u="none" strike="noStrike" cap="none">
                <a:solidFill>
                  <a:srgbClr val="1B85B9"/>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100"/>
              <a:buNone/>
              <a:defRPr sz="2000" b="0" i="0" u="none" strike="noStrike" cap="none">
                <a:solidFill>
                  <a:srgbClr val="1B85B9"/>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100"/>
              <a:buNone/>
              <a:defRPr sz="2000" b="0" i="0" u="none" strike="noStrike" cap="none">
                <a:solidFill>
                  <a:srgbClr val="1B85B9"/>
                </a:solidFill>
                <a:latin typeface="Tahoma" panose="020B0604030504040204"/>
                <a:ea typeface="Tahoma" panose="020B0604030504040204"/>
                <a:cs typeface="Tahoma" panose="020B0604030504040204"/>
                <a:sym typeface="Tahoma" panose="020B0604030504040204"/>
              </a:defRPr>
            </a:lvl6pPr>
            <a:lvl7pPr marR="0" lvl="6" algn="l" rtl="0">
              <a:spcBef>
                <a:spcPts val="0"/>
              </a:spcBef>
              <a:spcAft>
                <a:spcPts val="0"/>
              </a:spcAft>
              <a:buSzPts val="1100"/>
              <a:buNone/>
              <a:defRPr sz="2000" b="0" i="0" u="none" strike="noStrike" cap="none">
                <a:solidFill>
                  <a:srgbClr val="1B85B9"/>
                </a:solidFill>
                <a:latin typeface="Tahoma" panose="020B0604030504040204"/>
                <a:ea typeface="Tahoma" panose="020B0604030504040204"/>
                <a:cs typeface="Tahoma" panose="020B0604030504040204"/>
                <a:sym typeface="Tahoma" panose="020B0604030504040204"/>
              </a:defRPr>
            </a:lvl7pPr>
            <a:lvl8pPr marR="0" lvl="7" algn="l" rtl="0">
              <a:spcBef>
                <a:spcPts val="0"/>
              </a:spcBef>
              <a:spcAft>
                <a:spcPts val="0"/>
              </a:spcAft>
              <a:buSzPts val="1100"/>
              <a:buNone/>
              <a:defRPr sz="2000" b="0" i="0" u="none" strike="noStrike" cap="none">
                <a:solidFill>
                  <a:srgbClr val="1B85B9"/>
                </a:solidFill>
                <a:latin typeface="Tahoma" panose="020B0604030504040204"/>
                <a:ea typeface="Tahoma" panose="020B0604030504040204"/>
                <a:cs typeface="Tahoma" panose="020B0604030504040204"/>
                <a:sym typeface="Tahoma" panose="020B0604030504040204"/>
              </a:defRPr>
            </a:lvl8pPr>
            <a:lvl9pPr marR="0" lvl="8" algn="l" rtl="0">
              <a:spcBef>
                <a:spcPts val="0"/>
              </a:spcBef>
              <a:spcAft>
                <a:spcPts val="0"/>
              </a:spcAft>
              <a:buSzPts val="1100"/>
              <a:buNone/>
              <a:defRPr sz="2000" b="0" i="0" u="none" strike="noStrike" cap="none">
                <a:solidFill>
                  <a:srgbClr val="1B85B9"/>
                </a:solidFill>
                <a:latin typeface="Tahoma" panose="020B0604030504040204"/>
                <a:ea typeface="Tahoma" panose="020B0604030504040204"/>
                <a:cs typeface="Tahoma" panose="020B0604030504040204"/>
                <a:sym typeface="Tahoma" panose="020B0604030504040204"/>
              </a:defRPr>
            </a:lvl9pPr>
          </a:lstStyle>
          <a:p/>
        </p:txBody>
      </p:sp>
      <p:sp>
        <p:nvSpPr>
          <p:cNvPr id="55" name="Google Shape;55;p13"/>
          <p:cNvSpPr txBox="1">
            <a:spLocks noGrp="1"/>
          </p:cNvSpPr>
          <p:nvPr>
            <p:ph type="body" idx="1"/>
          </p:nvPr>
        </p:nvSpPr>
        <p:spPr>
          <a:xfrm>
            <a:off x="323851" y="573881"/>
            <a:ext cx="8640763" cy="4526038"/>
          </a:xfrm>
          <a:prstGeom prst="rect">
            <a:avLst/>
          </a:prstGeom>
          <a:noFill/>
          <a:ln>
            <a:noFill/>
          </a:ln>
        </p:spPr>
        <p:txBody>
          <a:bodyPr spcFirstLastPara="1" wrap="square" lIns="68575" tIns="34275" rIns="68575" bIns="34275" anchor="t" anchorCtr="0">
            <a:noAutofit/>
          </a:bodyPr>
          <a:lstStyle>
            <a:lvl1pPr marL="457200" marR="0" lvl="0" indent="-355600" algn="l" rtl="0">
              <a:spcBef>
                <a:spcPts val="400"/>
              </a:spcBef>
              <a:spcAft>
                <a:spcPts val="0"/>
              </a:spcAft>
              <a:buClr>
                <a:schemeClr val="dk1"/>
              </a:buClr>
              <a:buSzPts val="2000"/>
              <a:buFont typeface="Calibri" panose="020F050202020403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42900" algn="l" rtl="0">
              <a:spcBef>
                <a:spcPts val="400"/>
              </a:spcBef>
              <a:spcAft>
                <a:spcPts val="0"/>
              </a:spcAft>
              <a:buClr>
                <a:schemeClr val="dk1"/>
              </a:buClr>
              <a:buSzPts val="1800"/>
              <a:buFont typeface="Calibri" panose="020F050202020403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36550" algn="l" rtl="0">
              <a:spcBef>
                <a:spcPts val="300"/>
              </a:spcBef>
              <a:spcAft>
                <a:spcPts val="0"/>
              </a:spcAft>
              <a:buClr>
                <a:schemeClr val="dk1"/>
              </a:buClr>
              <a:buSzPts val="1700"/>
              <a:buFont typeface="Calibri" panose="020F0502020204030204"/>
              <a:buChar char="•"/>
              <a:defRPr sz="17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04800" algn="l" rtl="0">
              <a:spcBef>
                <a:spcPts val="200"/>
              </a:spcBef>
              <a:spcAft>
                <a:spcPts val="0"/>
              </a:spcAft>
              <a:buClr>
                <a:schemeClr val="dk1"/>
              </a:buClr>
              <a:buSzPts val="1200"/>
              <a:buFont typeface="Calibri" panose="020F0502020204030204"/>
              <a:buChar char="•"/>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98450" algn="l" rtl="0">
              <a:spcBef>
                <a:spcPts val="200"/>
              </a:spcBef>
              <a:spcAft>
                <a:spcPts val="0"/>
              </a:spcAft>
              <a:buClr>
                <a:schemeClr val="dk1"/>
              </a:buClr>
              <a:buSzPts val="1100"/>
              <a:buFont typeface="Calibri" panose="020F0502020204030204"/>
              <a:buChar char="•"/>
              <a:defRPr sz="1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98450" algn="l" rtl="0">
              <a:spcBef>
                <a:spcPts val="200"/>
              </a:spcBef>
              <a:spcAft>
                <a:spcPts val="0"/>
              </a:spcAft>
              <a:buClr>
                <a:schemeClr val="dk1"/>
              </a:buClr>
              <a:buSzPts val="1100"/>
              <a:buFont typeface="Tahoma" panose="020B0604030504040204"/>
              <a:buChar char="•"/>
              <a:defRPr sz="1100" b="0" i="0" u="none" strike="noStrike" cap="none">
                <a:solidFill>
                  <a:schemeClr val="dk1"/>
                </a:solidFill>
                <a:latin typeface="Tahoma" panose="020B0604030504040204"/>
                <a:ea typeface="Tahoma" panose="020B0604030504040204"/>
                <a:cs typeface="Tahoma" panose="020B0604030504040204"/>
                <a:sym typeface="Tahoma" panose="020B0604030504040204"/>
              </a:defRPr>
            </a:lvl6pPr>
            <a:lvl7pPr marL="3200400" marR="0" lvl="6" indent="-298450" algn="l" rtl="0">
              <a:spcBef>
                <a:spcPts val="200"/>
              </a:spcBef>
              <a:spcAft>
                <a:spcPts val="0"/>
              </a:spcAft>
              <a:buClr>
                <a:schemeClr val="dk1"/>
              </a:buClr>
              <a:buSzPts val="1100"/>
              <a:buFont typeface="Tahoma" panose="020B0604030504040204"/>
              <a:buChar char="•"/>
              <a:defRPr sz="1100" b="0" i="0" u="none" strike="noStrike" cap="none">
                <a:solidFill>
                  <a:schemeClr val="dk1"/>
                </a:solidFill>
                <a:latin typeface="Tahoma" panose="020B0604030504040204"/>
                <a:ea typeface="Tahoma" panose="020B0604030504040204"/>
                <a:cs typeface="Tahoma" panose="020B0604030504040204"/>
                <a:sym typeface="Tahoma" panose="020B0604030504040204"/>
              </a:defRPr>
            </a:lvl7pPr>
            <a:lvl8pPr marL="3657600" marR="0" lvl="7" indent="-298450" algn="l" rtl="0">
              <a:spcBef>
                <a:spcPts val="200"/>
              </a:spcBef>
              <a:spcAft>
                <a:spcPts val="0"/>
              </a:spcAft>
              <a:buClr>
                <a:schemeClr val="dk1"/>
              </a:buClr>
              <a:buSzPts val="1100"/>
              <a:buFont typeface="Tahoma" panose="020B0604030504040204"/>
              <a:buChar char="•"/>
              <a:defRPr sz="1100" b="0" i="0" u="none" strike="noStrike" cap="none">
                <a:solidFill>
                  <a:schemeClr val="dk1"/>
                </a:solidFill>
                <a:latin typeface="Tahoma" panose="020B0604030504040204"/>
                <a:ea typeface="Tahoma" panose="020B0604030504040204"/>
                <a:cs typeface="Tahoma" panose="020B0604030504040204"/>
                <a:sym typeface="Tahoma" panose="020B0604030504040204"/>
              </a:defRPr>
            </a:lvl8pPr>
            <a:lvl9pPr marL="4114800" marR="0" lvl="8" indent="-298450" algn="l" rtl="0">
              <a:spcBef>
                <a:spcPts val="200"/>
              </a:spcBef>
              <a:spcAft>
                <a:spcPts val="0"/>
              </a:spcAft>
              <a:buClr>
                <a:schemeClr val="dk1"/>
              </a:buClr>
              <a:buSzPts val="1100"/>
              <a:buFont typeface="Tahoma" panose="020B0604030504040204"/>
              <a:buChar char="•"/>
              <a:defRPr sz="1100" b="0" i="0" u="none" strike="noStrike" cap="none">
                <a:solidFill>
                  <a:schemeClr val="dk1"/>
                </a:solidFill>
                <a:latin typeface="Tahoma" panose="020B0604030504040204"/>
                <a:ea typeface="Tahoma" panose="020B0604030504040204"/>
                <a:cs typeface="Tahoma" panose="020B0604030504040204"/>
                <a:sym typeface="Tahoma" panose="020B0604030504040204"/>
              </a:defRPr>
            </a:lvl9pPr>
          </a:lstStyle>
          <a:p/>
        </p:txBody>
      </p:sp>
      <p:sp>
        <p:nvSpPr>
          <p:cNvPr id="56" name="Google Shape;56;p13"/>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lvl1pPr marL="0" marR="0" lvl="0" indent="0" algn="r" rtl="0">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spcAft>
                <a:spcPts val="0"/>
              </a:spcAft>
              <a:buClr>
                <a:srgbClr val="404040"/>
              </a:buClr>
              <a:buSzPts val="1100"/>
              <a:buFont typeface="Calibri" panose="020F0502020204030204"/>
              <a:buNone/>
              <a:defRPr sz="1100" b="0" i="0" u="none" strike="noStrike" cap="none">
                <a:solidFill>
                  <a:srgbClr val="404040"/>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
        <p:nvSpPr>
          <p:cNvPr id="57" name="Google Shape;57;p13"/>
          <p:cNvSpPr/>
          <p:nvPr/>
        </p:nvSpPr>
        <p:spPr>
          <a:xfrm>
            <a:off x="215900" y="86917"/>
            <a:ext cx="47625" cy="216694"/>
          </a:xfrm>
          <a:prstGeom prst="rect">
            <a:avLst/>
          </a:prstGeom>
          <a:solidFill>
            <a:srgbClr val="FE000C"/>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B9000C"/>
              </a:buClr>
              <a:buSzPts val="1800"/>
              <a:buFont typeface="Tahoma" panose="020B0604030504040204"/>
              <a:buNone/>
            </a:pPr>
            <a:endPara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endParaRPr>
          </a:p>
        </p:txBody>
      </p:sp>
      <p:sp>
        <p:nvSpPr>
          <p:cNvPr id="58" name="Google Shape;58;p13"/>
          <p:cNvSpPr/>
          <p:nvPr/>
        </p:nvSpPr>
        <p:spPr>
          <a:xfrm>
            <a:off x="8083001" y="87474"/>
            <a:ext cx="47625" cy="216694"/>
          </a:xfrm>
          <a:prstGeom prst="rect">
            <a:avLst/>
          </a:prstGeom>
          <a:solidFill>
            <a:srgbClr val="00A9E0"/>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rgbClr val="B9000C"/>
              </a:buClr>
              <a:buSzPts val="1800"/>
              <a:buFont typeface="Tahoma" panose="020B0604030504040204"/>
              <a:buNone/>
            </a:pPr>
            <a:endParaRPr sz="1800" b="0" i="0" u="none" strike="noStrike" cap="none">
              <a:solidFill>
                <a:schemeClr val="dk1"/>
              </a:solidFill>
              <a:latin typeface="Century Gothic" panose="020B0502020202020204"/>
              <a:ea typeface="Century Gothic" panose="020B0502020202020204"/>
              <a:cs typeface="Century Gothic" panose="020B0502020202020204"/>
              <a:sym typeface="Century Gothic" panose="020B0502020202020204"/>
            </a:endParaRPr>
          </a:p>
        </p:txBody>
      </p:sp>
      <p:pic>
        <p:nvPicPr>
          <p:cNvPr id="59" name="Google Shape;59;p13"/>
          <p:cNvPicPr preferRelativeResize="0"/>
          <p:nvPr/>
        </p:nvPicPr>
        <p:blipFill rotWithShape="1">
          <a:blip r:embed="rId11"/>
          <a:srcRect/>
          <a:stretch>
            <a:fillRect/>
          </a:stretch>
        </p:blipFill>
        <p:spPr>
          <a:xfrm>
            <a:off x="8226381" y="40088"/>
            <a:ext cx="821863" cy="32918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3.xml"/><Relationship Id="rId2" Type="http://schemas.openxmlformats.org/officeDocument/2006/relationships/image" Target="../media/image5.GIF"/><Relationship Id="rId1" Type="http://schemas.openxmlformats.org/officeDocument/2006/relationships/image" Target="../media/image4.GIF"/></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3.xml"/><Relationship Id="rId2" Type="http://schemas.openxmlformats.org/officeDocument/2006/relationships/image" Target="../media/image7.GIF"/><Relationship Id="rId1" Type="http://schemas.openxmlformats.org/officeDocument/2006/relationships/image" Target="../media/image6.GIF"/></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3.xml"/><Relationship Id="rId2" Type="http://schemas.openxmlformats.org/officeDocument/2006/relationships/image" Target="../media/image9.GIF"/><Relationship Id="rId1" Type="http://schemas.openxmlformats.org/officeDocument/2006/relationships/image" Target="../media/image8.GIF"/></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3.xml"/><Relationship Id="rId3" Type="http://schemas.openxmlformats.org/officeDocument/2006/relationships/hyperlink" Target="http://161.97.70.30:8088/" TargetMode="External"/><Relationship Id="rId2" Type="http://schemas.openxmlformats.org/officeDocument/2006/relationships/image" Target="../media/image11.GIF"/><Relationship Id="rId1" Type="http://schemas.openxmlformats.org/officeDocument/2006/relationships/image" Target="../media/image10.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4"/>
          <p:cNvSpPr txBox="1">
            <a:spLocks noGrp="1"/>
          </p:cNvSpPr>
          <p:nvPr>
            <p:ph type="ctrTitle"/>
          </p:nvPr>
        </p:nvSpPr>
        <p:spPr>
          <a:xfrm>
            <a:off x="1456812" y="1201435"/>
            <a:ext cx="5946380" cy="940594"/>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None/>
            </a:pPr>
            <a:r>
              <a:rPr lang="en-US" sz="4000"/>
              <a:t>SyncUp</a:t>
            </a:r>
            <a:endParaRPr lang="en-US" sz="4000"/>
          </a:p>
        </p:txBody>
      </p:sp>
      <p:sp>
        <p:nvSpPr>
          <p:cNvPr id="118" name="Google Shape;118;p24"/>
          <p:cNvSpPr txBox="1">
            <a:spLocks noGrp="1"/>
          </p:cNvSpPr>
          <p:nvPr>
            <p:ph type="subTitle" idx="1"/>
          </p:nvPr>
        </p:nvSpPr>
        <p:spPr>
          <a:xfrm>
            <a:off x="359575" y="2770349"/>
            <a:ext cx="8677800" cy="477300"/>
          </a:xfrm>
          <a:prstGeom prst="rect">
            <a:avLst/>
          </a:prstGeom>
          <a:noFill/>
          <a:ln>
            <a:noFill/>
          </a:ln>
        </p:spPr>
        <p:txBody>
          <a:bodyPr spcFirstLastPara="1" wrap="square" lIns="68575" tIns="34275" rIns="68575" bIns="34275" anchor="t" anchorCtr="0">
            <a:noAutofit/>
          </a:bodyPr>
          <a:lstStyle/>
          <a:p>
            <a:pPr marL="0" lvl="0" indent="0" algn="ctr" rtl="0">
              <a:spcBef>
                <a:spcPts val="0"/>
              </a:spcBef>
              <a:spcAft>
                <a:spcPts val="0"/>
              </a:spcAft>
              <a:buClr>
                <a:schemeClr val="dk1"/>
              </a:buClr>
              <a:buSzPts val="1800"/>
              <a:buFont typeface="Calibri" panose="020F0502020204030204"/>
              <a:buNone/>
            </a:pPr>
            <a:r>
              <a:rPr lang="en-US" sz="1800"/>
              <a:t>Team Members: Deniz Aksoy,Eyobed Awel, Adar Otieno,Zhao Mengran,Jiang Pengwei   </a:t>
            </a:r>
            <a:endParaRPr sz="1800"/>
          </a:p>
        </p:txBody>
      </p:sp>
      <p:pic>
        <p:nvPicPr>
          <p:cNvPr id="119" name="Google Shape;119;p24"/>
          <p:cNvPicPr preferRelativeResize="0"/>
          <p:nvPr/>
        </p:nvPicPr>
        <p:blipFill rotWithShape="1">
          <a:blip r:embed="rId1"/>
          <a:srcRect/>
          <a:stretch>
            <a:fillRect/>
          </a:stretch>
        </p:blipFill>
        <p:spPr>
          <a:xfrm>
            <a:off x="228600" y="3713480"/>
            <a:ext cx="2248535" cy="11963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5"/>
          <p:cNvSpPr txBox="1">
            <a:spLocks noGrp="1"/>
          </p:cNvSpPr>
          <p:nvPr>
            <p:ph type="title"/>
          </p:nvPr>
        </p:nvSpPr>
        <p:spPr>
          <a:xfrm>
            <a:off x="323851" y="-75010"/>
            <a:ext cx="7699375" cy="540545"/>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ltLang="zh-CN"/>
              <a:t>Edit slots</a:t>
            </a:r>
            <a:endParaRPr lang="en-US" altLang="zh-CN"/>
          </a:p>
        </p:txBody>
      </p:sp>
      <p:sp>
        <p:nvSpPr>
          <p:cNvPr id="126" name="Google Shape;126;p25"/>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p>
            <a:pPr marL="0" lvl="0" indent="0" algn="r" rtl="0">
              <a:spcBef>
                <a:spcPts val="0"/>
              </a:spcBef>
              <a:spcAft>
                <a:spcPts val="0"/>
              </a:spcAft>
              <a:buClr>
                <a:srgbClr val="404040"/>
              </a:buClr>
              <a:buSzPts val="1100"/>
              <a:buFont typeface="Calibri" panose="020F0502020204030204"/>
              <a:buNone/>
            </a:pPr>
            <a:fld id="{00000000-1234-1234-1234-123412341234}" type="slidenum">
              <a:rPr lang="en-US"/>
            </a:fld>
            <a:endParaRPr lang="en-US"/>
          </a:p>
        </p:txBody>
      </p:sp>
      <p:pic>
        <p:nvPicPr>
          <p:cNvPr id="5" name="图片 4" descr="d0d35c4bb63990d753068a6f587c254f"/>
          <p:cNvPicPr>
            <a:picLocks noChangeAspect="1"/>
          </p:cNvPicPr>
          <p:nvPr/>
        </p:nvPicPr>
        <p:blipFill>
          <a:blip r:embed="rId1"/>
          <a:stretch>
            <a:fillRect/>
          </a:stretch>
        </p:blipFill>
        <p:spPr>
          <a:xfrm>
            <a:off x="1485265" y="593725"/>
            <a:ext cx="2336165" cy="4319905"/>
          </a:xfrm>
          <a:prstGeom prst="rect">
            <a:avLst/>
          </a:prstGeom>
        </p:spPr>
      </p:pic>
      <p:pic>
        <p:nvPicPr>
          <p:cNvPr id="6" name="图片 5" descr="7701d0c36bc6014c2242791665c92b1c"/>
          <p:cNvPicPr>
            <a:picLocks noChangeAspect="1"/>
          </p:cNvPicPr>
          <p:nvPr/>
        </p:nvPicPr>
        <p:blipFill>
          <a:blip r:embed="rId2"/>
          <a:stretch>
            <a:fillRect/>
          </a:stretch>
        </p:blipFill>
        <p:spPr>
          <a:xfrm>
            <a:off x="5067300" y="582295"/>
            <a:ext cx="2259965" cy="4321175"/>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6"/>
          <p:cNvSpPr txBox="1">
            <a:spLocks noGrp="1"/>
          </p:cNvSpPr>
          <p:nvPr>
            <p:ph type="title"/>
          </p:nvPr>
        </p:nvSpPr>
        <p:spPr>
          <a:xfrm>
            <a:off x="323851" y="-75010"/>
            <a:ext cx="7699375" cy="540545"/>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ltLang="zh-CN"/>
              <a:t>Meeting information and cancellation of the meeting</a:t>
            </a:r>
            <a:endParaRPr lang="en-US" altLang="zh-CN"/>
          </a:p>
        </p:txBody>
      </p:sp>
      <p:sp>
        <p:nvSpPr>
          <p:cNvPr id="134" name="Google Shape;134;p26"/>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p>
            <a:pPr marL="0" lvl="0" indent="0" algn="r" rtl="0">
              <a:spcBef>
                <a:spcPts val="0"/>
              </a:spcBef>
              <a:spcAft>
                <a:spcPts val="0"/>
              </a:spcAft>
              <a:buClr>
                <a:srgbClr val="404040"/>
              </a:buClr>
              <a:buSzPts val="1100"/>
              <a:buFont typeface="Calibri" panose="020F0502020204030204"/>
              <a:buNone/>
            </a:pPr>
            <a:fld id="{00000000-1234-1234-1234-123412341234}" type="slidenum">
              <a:rPr lang="en-US"/>
            </a:fld>
            <a:endParaRPr lang="en-US"/>
          </a:p>
        </p:txBody>
      </p:sp>
      <p:pic>
        <p:nvPicPr>
          <p:cNvPr id="2" name="图片 1" descr="52147d9976b161422ec3c9f79b22d6a2"/>
          <p:cNvPicPr>
            <a:picLocks noChangeAspect="1"/>
          </p:cNvPicPr>
          <p:nvPr/>
        </p:nvPicPr>
        <p:blipFill>
          <a:blip r:embed="rId1"/>
          <a:stretch>
            <a:fillRect/>
          </a:stretch>
        </p:blipFill>
        <p:spPr>
          <a:xfrm>
            <a:off x="1548765" y="558165"/>
            <a:ext cx="2224405" cy="4224020"/>
          </a:xfrm>
          <a:prstGeom prst="rect">
            <a:avLst/>
          </a:prstGeom>
        </p:spPr>
      </p:pic>
      <p:pic>
        <p:nvPicPr>
          <p:cNvPr id="3" name="图片 2" descr="947175f1ed1d10924f1c4489064fb5e4"/>
          <p:cNvPicPr>
            <a:picLocks noChangeAspect="1"/>
          </p:cNvPicPr>
          <p:nvPr/>
        </p:nvPicPr>
        <p:blipFill>
          <a:blip r:embed="rId2"/>
          <a:stretch>
            <a:fillRect/>
          </a:stretch>
        </p:blipFill>
        <p:spPr>
          <a:xfrm>
            <a:off x="5016500" y="558165"/>
            <a:ext cx="2205990" cy="42240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7"/>
          <p:cNvSpPr txBox="1">
            <a:spLocks noGrp="1"/>
          </p:cNvSpPr>
          <p:nvPr>
            <p:ph type="title"/>
          </p:nvPr>
        </p:nvSpPr>
        <p:spPr>
          <a:xfrm>
            <a:off x="323851" y="-75010"/>
            <a:ext cx="7699375" cy="540545"/>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Student Part</a:t>
            </a:r>
            <a:endParaRPr lang="en-US"/>
          </a:p>
        </p:txBody>
      </p:sp>
      <p:sp>
        <p:nvSpPr>
          <p:cNvPr id="142" name="Google Shape;142;p27"/>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p>
            <a:pPr marL="0" lvl="0" indent="0" algn="r" rtl="0">
              <a:spcBef>
                <a:spcPts val="0"/>
              </a:spcBef>
              <a:spcAft>
                <a:spcPts val="0"/>
              </a:spcAft>
              <a:buClr>
                <a:srgbClr val="404040"/>
              </a:buClr>
              <a:buSzPts val="1100"/>
              <a:buFont typeface="Calibri" panose="020F0502020204030204"/>
              <a:buNone/>
            </a:pPr>
            <a:fld id="{00000000-1234-1234-1234-123412341234}" type="slidenum">
              <a:rPr lang="en-US"/>
            </a:fld>
            <a:endParaRPr lang="en-US"/>
          </a:p>
        </p:txBody>
      </p:sp>
      <p:pic>
        <p:nvPicPr>
          <p:cNvPr id="5" name="图片 4" descr="c7f573c115998999ba10b4ebc98a825c"/>
          <p:cNvPicPr>
            <a:picLocks noChangeAspect="1"/>
          </p:cNvPicPr>
          <p:nvPr/>
        </p:nvPicPr>
        <p:blipFill>
          <a:blip r:embed="rId1"/>
          <a:stretch>
            <a:fillRect/>
          </a:stretch>
        </p:blipFill>
        <p:spPr>
          <a:xfrm>
            <a:off x="1341120" y="647065"/>
            <a:ext cx="2180590" cy="4150360"/>
          </a:xfrm>
          <a:prstGeom prst="rect">
            <a:avLst/>
          </a:prstGeom>
        </p:spPr>
      </p:pic>
      <p:pic>
        <p:nvPicPr>
          <p:cNvPr id="6" name="图片 5" descr="51d0c781e42e5181b162f95c22a44314"/>
          <p:cNvPicPr>
            <a:picLocks noChangeAspect="1"/>
          </p:cNvPicPr>
          <p:nvPr/>
        </p:nvPicPr>
        <p:blipFill>
          <a:blip r:embed="rId2"/>
          <a:stretch>
            <a:fillRect/>
          </a:stretch>
        </p:blipFill>
        <p:spPr>
          <a:xfrm>
            <a:off x="4961890" y="659130"/>
            <a:ext cx="2161540" cy="41236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8"/>
          <p:cNvSpPr txBox="1">
            <a:spLocks noGrp="1"/>
          </p:cNvSpPr>
          <p:nvPr>
            <p:ph type="title"/>
          </p:nvPr>
        </p:nvSpPr>
        <p:spPr>
          <a:xfrm>
            <a:off x="323851" y="-87881"/>
            <a:ext cx="7699500" cy="5406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US"/>
              <a:t>Students’ Screens</a:t>
            </a:r>
            <a:endParaRPr lang="en-US"/>
          </a:p>
        </p:txBody>
      </p:sp>
      <p:sp>
        <p:nvSpPr>
          <p:cNvPr id="153" name="Google Shape;153;p28"/>
          <p:cNvSpPr txBox="1">
            <a:spLocks noGrp="1"/>
          </p:cNvSpPr>
          <p:nvPr>
            <p:ph type="sldNum" idx="12"/>
          </p:nvPr>
        </p:nvSpPr>
        <p:spPr>
          <a:xfrm>
            <a:off x="8572500" y="4893470"/>
            <a:ext cx="427038" cy="250031"/>
          </a:xfrm>
          <a:prstGeom prst="rect">
            <a:avLst/>
          </a:prstGeom>
          <a:noFill/>
          <a:ln>
            <a:noFill/>
          </a:ln>
        </p:spPr>
        <p:txBody>
          <a:bodyPr spcFirstLastPara="1" wrap="square" lIns="68575" tIns="34275" rIns="68575" bIns="34275" anchor="t" anchorCtr="0">
            <a:noAutofit/>
          </a:bodyPr>
          <a:lstStyle/>
          <a:p>
            <a:pPr marL="0" lvl="0" indent="0" algn="r" rtl="0">
              <a:spcBef>
                <a:spcPts val="0"/>
              </a:spcBef>
              <a:spcAft>
                <a:spcPts val="0"/>
              </a:spcAft>
              <a:buClr>
                <a:srgbClr val="404040"/>
              </a:buClr>
              <a:buSzPts val="1100"/>
              <a:buFont typeface="Calibri" panose="020F0502020204030204"/>
              <a:buNone/>
            </a:pPr>
            <a:fld id="{00000000-1234-1234-1234-123412341234}" type="slidenum">
              <a:rPr lang="en-US"/>
            </a:fld>
            <a:endParaRPr lang="en-US"/>
          </a:p>
        </p:txBody>
      </p:sp>
      <p:pic>
        <p:nvPicPr>
          <p:cNvPr id="4" name="图片 3" descr="f1a2ec28e9ab6702a3e3c0dc6c1e97ae"/>
          <p:cNvPicPr>
            <a:picLocks noChangeAspect="1"/>
          </p:cNvPicPr>
          <p:nvPr/>
        </p:nvPicPr>
        <p:blipFill>
          <a:blip r:embed="rId1"/>
          <a:stretch>
            <a:fillRect/>
          </a:stretch>
        </p:blipFill>
        <p:spPr>
          <a:xfrm>
            <a:off x="692785" y="642620"/>
            <a:ext cx="2122170" cy="3988435"/>
          </a:xfrm>
          <a:prstGeom prst="rect">
            <a:avLst/>
          </a:prstGeom>
        </p:spPr>
      </p:pic>
      <p:pic>
        <p:nvPicPr>
          <p:cNvPr id="5" name="图片 4" descr="246a8e53be907bab1295044b712cbd4a"/>
          <p:cNvPicPr>
            <a:picLocks noChangeAspect="1"/>
          </p:cNvPicPr>
          <p:nvPr/>
        </p:nvPicPr>
        <p:blipFill>
          <a:blip r:embed="rId2"/>
          <a:stretch>
            <a:fillRect/>
          </a:stretch>
        </p:blipFill>
        <p:spPr>
          <a:xfrm>
            <a:off x="3958590" y="642620"/>
            <a:ext cx="2127250" cy="4004310"/>
          </a:xfrm>
          <a:prstGeom prst="rect">
            <a:avLst/>
          </a:prstGeom>
        </p:spPr>
      </p:pic>
      <p:sp>
        <p:nvSpPr>
          <p:cNvPr id="2" name="文本框 1"/>
          <p:cNvSpPr txBox="1"/>
          <p:nvPr/>
        </p:nvSpPr>
        <p:spPr>
          <a:xfrm>
            <a:off x="6337300" y="2133600"/>
            <a:ext cx="2371725" cy="309245"/>
          </a:xfrm>
          <a:prstGeom prst="rect">
            <a:avLst/>
          </a:prstGeom>
          <a:noFill/>
        </p:spPr>
        <p:txBody>
          <a:bodyPr wrap="square" rtlCol="0">
            <a:noAutofit/>
          </a:bodyPr>
          <a:p>
            <a:pPr algn="ctr"/>
            <a:r>
              <a:rPr lang="en-US" altLang="zh-CN"/>
              <a:t>The web link:</a:t>
            </a:r>
            <a:br>
              <a:rPr lang="en-US" altLang="zh-CN"/>
            </a:br>
            <a:endParaRPr lang="en-US" altLang="zh-CN"/>
          </a:p>
        </p:txBody>
      </p:sp>
      <p:sp>
        <p:nvSpPr>
          <p:cNvPr id="6" name="文本框 5">
            <a:hlinkClick r:id="rId3" tooltip=""/>
          </p:cNvPr>
          <p:cNvSpPr txBox="1"/>
          <p:nvPr/>
        </p:nvSpPr>
        <p:spPr>
          <a:xfrm>
            <a:off x="6433820" y="2519680"/>
            <a:ext cx="2275205" cy="306705"/>
          </a:xfrm>
          <a:prstGeom prst="rect">
            <a:avLst/>
          </a:prstGeom>
          <a:noFill/>
        </p:spPr>
        <p:txBody>
          <a:bodyPr wrap="square" rtlCol="0" anchor="t">
            <a:spAutoFit/>
          </a:bodyPr>
          <a:p>
            <a:r>
              <a:rPr lang="en-US" altLang="zh-CN">
                <a:hlinkClick r:id="rId3" tooltip=""/>
              </a:rPr>
              <a:t>http://161.97.70.30:8088/</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21996" y="2154475"/>
            <a:ext cx="7699375" cy="540545"/>
          </a:xfrm>
        </p:spPr>
        <p:txBody>
          <a:bodyPr/>
          <a:p>
            <a:pPr algn="ctr"/>
            <a:r>
              <a:rPr lang="en-US" altLang="zh-CN" sz="3600"/>
              <a:t>Thank you for your attention</a:t>
            </a:r>
            <a:endParaRPr lang="en-US" altLang="zh-CN" sz="36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1021 FIT Calibri">
  <a:themeElements>
    <a:clrScheme name="a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247</Words>
  <Application>WPS 演示</Application>
  <PresentationFormat>On-screen Show (16:9)</PresentationFormat>
  <Paragraphs>26</Paragraphs>
  <Slides>6</Slides>
  <Notes>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6</vt:i4>
      </vt:variant>
    </vt:vector>
  </HeadingPairs>
  <TitlesOfParts>
    <vt:vector size="17" baseType="lpstr">
      <vt:lpstr>Arial</vt:lpstr>
      <vt:lpstr>宋体</vt:lpstr>
      <vt:lpstr>Wingdings</vt:lpstr>
      <vt:lpstr>Arial</vt:lpstr>
      <vt:lpstr>Tahoma</vt:lpstr>
      <vt:lpstr>Calibri</vt:lpstr>
      <vt:lpstr>Century Gothic</vt:lpstr>
      <vt:lpstr>微软雅黑</vt:lpstr>
      <vt:lpstr>Arial Unicode MS</vt:lpstr>
      <vt:lpstr>Simple Light</vt:lpstr>
      <vt:lpstr>101021 FIT Calibri</vt:lpstr>
      <vt:lpstr>SyncUp</vt:lpstr>
      <vt:lpstr>Edit slots</vt:lpstr>
      <vt:lpstr>Meeting information and cancellation of the meeting</vt:lpstr>
      <vt:lpstr>Student Part</vt:lpstr>
      <vt:lpstr>Students’ Screens</vt:lpstr>
      <vt:lpstr>Thank you for your attention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雀心燕子</cp:lastModifiedBy>
  <cp:revision>4</cp:revision>
  <dcterms:created xsi:type="dcterms:W3CDTF">2026-05-03T10:23:00Z</dcterms:created>
  <dcterms:modified xsi:type="dcterms:W3CDTF">2026-05-03T18:01:43Z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3A65C89F00B74F7391C39A84A38EA5C4_13</vt:lpwstr>
  </property>
  <property fmtid="{D5CDD505-2E9C-101B-9397-08002B2CF9AE}" pid="3" name="KSOProductBuildVer">
    <vt:lpwstr>2052-12.1.0.25865</vt:lpwstr>
  </property>
</Properties>
</file>