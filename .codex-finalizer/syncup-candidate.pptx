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16c9e757be4575" /><Relationship Type="http://schemas.openxmlformats.org/officeDocument/2006/relationships/extended-properties" Target="/docProps/app.xml" Id="R4c6c1846ec0746d9" /><Relationship Type="http://schemas.openxmlformats.org/officeDocument/2006/relationships/officeDocument" Target="/ppt/presentation.xml" Id="Ra2b3e0146f7349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b0716659b4f5b"/>
  </p:sldMasterIdLst>
  <p:notesMasterIdLst>
    <p:notesMasterId xmlns:r="http://schemas.openxmlformats.org/officeDocument/2006/relationships" r:id="R315040ee5f044954"/>
  </p:notesMasterIdLst>
  <p:sldIdLst>
    <p:sldId xmlns:r="http://schemas.openxmlformats.org/officeDocument/2006/relationships" id="256" r:id="Rc946bdd9cb1c4721"/>
    <p:sldId xmlns:r="http://schemas.openxmlformats.org/officeDocument/2006/relationships" id="257" r:id="R14fce25b9aab4e09"/>
    <p:sldId xmlns:r="http://schemas.openxmlformats.org/officeDocument/2006/relationships" id="258" r:id="R9a4dd9d9c16f45ad"/>
    <p:sldId xmlns:r="http://schemas.openxmlformats.org/officeDocument/2006/relationships" id="259" r:id="R6b7794b2f3734551"/>
    <p:sldId xmlns:r="http://schemas.openxmlformats.org/officeDocument/2006/relationships" id="260" r:id="Ra6d096ee51f647b5"/>
    <p:sldId xmlns:r="http://schemas.openxmlformats.org/officeDocument/2006/relationships" id="261" r:id="R13306fad3a864bb4"/>
    <p:sldId xmlns:r="http://schemas.openxmlformats.org/officeDocument/2006/relationships" id="262" r:id="Re0b3a43fc3a04b19"/>
    <p:sldId xmlns:r="http://schemas.openxmlformats.org/officeDocument/2006/relationships" id="263" r:id="R66a211dd64724053"/>
    <p:sldId xmlns:r="http://schemas.openxmlformats.org/officeDocument/2006/relationships" id="264" r:id="R276298089c9e495e"/>
    <p:sldId xmlns:r="http://schemas.openxmlformats.org/officeDocument/2006/relationships" id="265" r:id="Reb03bd8c09a047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786a5513d34b5a" /><Relationship Type="http://schemas.openxmlformats.org/officeDocument/2006/relationships/slideMaster" Target="/ppt/slideMasters/slideMaster1.xml" Id="R53bb0716659b4f5b" /><Relationship Type="http://schemas.openxmlformats.org/officeDocument/2006/relationships/notesMaster" Target="/ppt/notesMasters/notesMaster1.xml" Id="R315040ee5f044954" /><Relationship Type="http://schemas.openxmlformats.org/officeDocument/2006/relationships/presProps" Target="/ppt/presProps.xml" Id="R5ca56d09b9564821" /><Relationship Type="http://schemas.openxmlformats.org/officeDocument/2006/relationships/tableStyles" Target="/ppt/tableStyles.xml" Id="R75fb2e7ede034b6c" /><Relationship Type="http://schemas.openxmlformats.org/officeDocument/2006/relationships/slide" Target="/ppt/slides/slide1.xml" Id="Rc946bdd9cb1c4721" /><Relationship Type="http://schemas.openxmlformats.org/officeDocument/2006/relationships/slide" Target="/ppt/slides/slide2.xml" Id="R14fce25b9aab4e09" /><Relationship Type="http://schemas.openxmlformats.org/officeDocument/2006/relationships/slide" Target="/ppt/slides/slide3.xml" Id="R9a4dd9d9c16f45ad" /><Relationship Type="http://schemas.openxmlformats.org/officeDocument/2006/relationships/slide" Target="/ppt/slides/slide4.xml" Id="R6b7794b2f3734551" /><Relationship Type="http://schemas.openxmlformats.org/officeDocument/2006/relationships/slide" Target="/ppt/slides/slide5.xml" Id="Ra6d096ee51f647b5" /><Relationship Type="http://schemas.openxmlformats.org/officeDocument/2006/relationships/slide" Target="/ppt/slides/slide6.xml" Id="R13306fad3a864bb4" /><Relationship Type="http://schemas.openxmlformats.org/officeDocument/2006/relationships/slide" Target="/ppt/slides/slide7.xml" Id="Re0b3a43fc3a04b19" /><Relationship Type="http://schemas.openxmlformats.org/officeDocument/2006/relationships/slide" Target="/ppt/slides/slide8.xml" Id="R66a211dd64724053" /><Relationship Type="http://schemas.openxmlformats.org/officeDocument/2006/relationships/slide" Target="/ppt/slides/slide9.xml" Id="R276298089c9e495e" /><Relationship Type="http://schemas.openxmlformats.org/officeDocument/2006/relationships/slide" Target="/ppt/slides/slide10.xml" Id="Reb03bd8c09a047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b9da89754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069c376a124ac2" /><Relationship Type="http://schemas.openxmlformats.org/officeDocument/2006/relationships/notesMaster" Target="/ppt/notesMasters/notesMaster1.xml" Id="R4d486415a121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99e4e016ce4035" /><Relationship Type="http://schemas.openxmlformats.org/officeDocument/2006/relationships/notesMaster" Target="/ppt/notesMasters/notesMaster1.xml" Id="R9e7a6f4565fa47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e61b3784748e1" /><Relationship Type="http://schemas.openxmlformats.org/officeDocument/2006/relationships/notesMaster" Target="/ppt/notesMasters/notesMaster1.xml" Id="R3f38398ea82448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df059c28f24b33" /><Relationship Type="http://schemas.openxmlformats.org/officeDocument/2006/relationships/notesMaster" Target="/ppt/notesMasters/notesMaster1.xml" Id="R65ecd84524764d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cba9f88dc4a46" /><Relationship Type="http://schemas.openxmlformats.org/officeDocument/2006/relationships/notesMaster" Target="/ppt/notesMasters/notesMaster1.xml" Id="R2e5c981e0598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974dd6c8f1449a" /><Relationship Type="http://schemas.openxmlformats.org/officeDocument/2006/relationships/notesMaster" Target="/ppt/notesMasters/notesMaster1.xml" Id="Rcea47a14d4584e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839c9260f426b" /><Relationship Type="http://schemas.openxmlformats.org/officeDocument/2006/relationships/notesMaster" Target="/ppt/notesMasters/notesMaster1.xml" Id="Rfdb919378e8f4d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f4d385adc444ac" /><Relationship Type="http://schemas.openxmlformats.org/officeDocument/2006/relationships/notesMaster" Target="/ppt/notesMasters/notesMaster1.xml" Id="Rf5f1907602b940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95ecd3f5ae4c77" /><Relationship Type="http://schemas.openxmlformats.org/officeDocument/2006/relationships/notesMaster" Target="/ppt/notesMasters/notesMaster1.xml" Id="Rd3ba4029cac24c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1270323354a6f" /><Relationship Type="http://schemas.openxmlformats.org/officeDocument/2006/relationships/notesMaster" Target="/ppt/notesMasters/notesMaster1.xml" Id="Rc2efd87ade1a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Opening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Problem framing based on report sections Results and Practical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Solution overview based on report Results and Technical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Screens: report/assets/stud home.png and stud book.png. Features: report Results, Scheduling System, For Students.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Screens: report/assets/prof home.png and prof create slots.png. Features: report Results, Scheduling System, For Professors.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Screen: report/assets/campus map.png. Features: report Results, Interactive Campus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Screen: report/assets/campus routing multi floor.png. The graph uses Dijkstra; cross-floor edges receive a heuristic penalty.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Integration described in report Multi-Floor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Flutter keeps scheduling and navigation in one client. The map renders bundled indoor geometry; Dijkstra runs on a pre-built campus graph. The booking API derives a stable key for each offered slot. The database rejects a second record for that key and the API returns HTTP 409. This is a prototype safeguard, not a claim of production-scale concurrency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SyncUp technical report, September 2026.</a:t>
            </a:r>
          </a:p>
          <a:p xmlns:a="http://schemas.openxmlformats.org/drawingml/2006/main">
            <a:r>
              <a:t>Roadmap based on report Further Development and Practical Application/Deployment.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69a3f6505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39e3500f40496c" /><Relationship Type="http://schemas.openxmlformats.org/officeDocument/2006/relationships/slideLayout" Target="/ppt/slideLayouts/slideLayout1.xml" Id="Rf585ec29a277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5ec29a277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c344aa08d47da" /><Relationship Type="http://schemas.openxmlformats.org/officeDocument/2006/relationships/image" Target="/ppt/media/image.png" Id="R8ebe496de4484551" /><Relationship Type="http://schemas.openxmlformats.org/officeDocument/2006/relationships/notesSlide" Target="/ppt/notesSlides/notesSlide1.xml" Id="R82d584e0cece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775439f1040ec" /><Relationship Type="http://schemas.openxmlformats.org/officeDocument/2006/relationships/notesSlide" Target="/ppt/notesSlides/notesSlide2.xml" Id="Rfbcb8f1bfe88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c86b281df4d8f" /><Relationship Type="http://schemas.openxmlformats.org/officeDocument/2006/relationships/notesSlide" Target="/ppt/notesSlides/notesSlide3.xml" Id="Rbf4bc9ba85c4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f2ebcdb0b4108" /><Relationship Type="http://schemas.openxmlformats.org/officeDocument/2006/relationships/image" Target="/ppt/media/image2.png" Id="R9b303af7ec6f481e" /><Relationship Type="http://schemas.openxmlformats.org/officeDocument/2006/relationships/image" Target="/ppt/media/image3.png" Id="R4d8f5125eeb84628" /><Relationship Type="http://schemas.openxmlformats.org/officeDocument/2006/relationships/notesSlide" Target="/ppt/notesSlides/notesSlide4.xml" Id="R09c4c59e19604f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e901946414377" /><Relationship Type="http://schemas.openxmlformats.org/officeDocument/2006/relationships/image" Target="/ppt/media/image4.png" Id="Rbdd6dfb368304d09" /><Relationship Type="http://schemas.openxmlformats.org/officeDocument/2006/relationships/image" Target="/ppt/media/image5.png" Id="R077c925eee754fee" /><Relationship Type="http://schemas.openxmlformats.org/officeDocument/2006/relationships/notesSlide" Target="/ppt/notesSlides/notesSlide5.xml" Id="Rfa696d5d14e24a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e19b27b5b4428" /><Relationship Type="http://schemas.openxmlformats.org/officeDocument/2006/relationships/image" Target="/ppt/media/image6.png" Id="Rc1715de1006d4ce7" /><Relationship Type="http://schemas.openxmlformats.org/officeDocument/2006/relationships/notesSlide" Target="/ppt/notesSlides/notesSlide6.xml" Id="R3a29b4cbc91947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381456f064ca8" /><Relationship Type="http://schemas.openxmlformats.org/officeDocument/2006/relationships/image" Target="/ppt/media/image7.png" Id="R26813ebf44a14b31" /><Relationship Type="http://schemas.openxmlformats.org/officeDocument/2006/relationships/notesSlide" Target="/ppt/notesSlides/notesSlide7.xml" Id="Rbcf919064a7c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4d595af234f60" /><Relationship Type="http://schemas.openxmlformats.org/officeDocument/2006/relationships/notesSlide" Target="/ppt/notesSlides/notesSlide8.xml" Id="R318cc713d57a4c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c8d836d874e22" /><Relationship Type="http://schemas.openxmlformats.org/officeDocument/2006/relationships/notesSlide" Target="/ppt/notesSlides/notesSlide9.xml" Id="R86cb731d4cdf4f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488d8ab0a495f" /><Relationship Type="http://schemas.openxmlformats.org/officeDocument/2006/relationships/notesSlide" Target="/ppt/notesSlides/notesSlide10.xml" Id="Rb77d9124ee55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91689-FD3F-4D7F-BD9E-D5A5BA4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E867D-4CAC-4F20-A099-E277EF75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-762000"/>
            <a:ext cx="5905500" cy="819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F8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FBED-10DD-447C-89AA-FC6C7CBC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1500"/>
            <a:ext cx="3238500" cy="5524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e496de4484551"/>
          <a:srcRect xmlns:a="http://schemas.openxmlformats.org/drawingml/2006/main" l="26319" t="0" r="263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904875"/>
            <a:ext cx="2667000" cy="485775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24D51-8F87-458C-A044-D38E63F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SYNCUP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99621-85C5-4890-9295-41A1AA5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61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Meet here.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9C54A-6B6F-4E48-AE5B-BB94FAD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E5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5E5EE"/>
                </a:solidFill>
                <a:latin typeface="Aptos"/>
                <a:ea typeface="Aptos"/>
                <a:cs typeface="Aptos"/>
              </a:rPr>
              <a:t>University appointment scheduling and indoor campus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D5DC0-5F28-41F9-BA78-35B0040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2B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9C19A-3C5F-4E84-A63C-770D854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Adar Otieno · Eyobed Awel Nuri · Pengwei Jiang · Mengran Zhao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VUT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5775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4AF31-0D22-4F7C-8EF3-AD3FE2F3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E873E-5DEE-4EF4-BD03-43AD092B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One appointment involves two separate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01F50-1674-40DF-B676-9F2E357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9D6B9-42C9-411D-A310-9778F3A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0F016-1D64-4CBB-9C40-B7113DF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D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20CDE-BE0E-478B-B913-2D999DA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CF1E8-24A0-40D2-A0EB-321CCB3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Finding a free consultation slot often relies on email exchanges.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AF9A4-94C4-4442-AE28-6A591B0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D9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6DB7-223D-43FA-986D-0658BBA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Schedule the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6346B-B0B3-4FF7-8352-524B21C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D89DC-979C-4D5A-93D5-1B537A74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New students and visitors can struggle to find an office or lab.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50EB6-0745-477B-96F2-C17C291F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D9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31FB9-994A-49E6-8DAF-734125F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Reach the destination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CBDFE-B2C7-46E6-A8B0-4DC6FFE2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3F68C-6331-4FE0-80D7-0F19C61E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2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Calendar tools and indoor maps do not share the meeting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EFC26-5191-4647-8CE3-42DA1CE4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D9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490D5-9BCA-4E2A-86CE-F8B3C36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Keep the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5BDDC-538F-4C40-AFFA-6875F3A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SyncUp brings booking and campus navigation into one student-facing flow.</a:t>
            </a:r>
          </a:p>
        </p:txBody>
      </p:sp>
    </p:spTree>
    <p:extLst>
      <p:ext uri="{BB962C8B-B14F-4D97-AF65-F5344CB8AC3E}">
        <p14:creationId xmlns:p14="http://schemas.microsoft.com/office/powerpoint/2010/main" val="55207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4012E-6AD6-4FB6-9B3D-E539B47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E9E88-106F-4254-95F0-596717AB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A single flow from availability to arrival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EEF7A-4339-49AE-A6E3-910FB32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D949-CB61-497C-8A22-11DCE3F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D535D-AC74-4044-B15F-0F7EB7E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3905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8711D-04D2-4F8A-B52D-543F0B3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3429000" cy="3905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778A-E13A-417B-87AC-B416EC3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429000" cy="3905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CF735-AF6A-4E7B-8D9D-A008B922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D58C5-38D2-4B0F-8CEA-94404A3C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Choose a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B6FB0-9CEB-4A32-84B0-2E7D5733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Students browse staff availability and submit a consultation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AF318-219D-4C67-B458-1BFD4D1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D2AA7-7C15-45CB-90BA-D2BA0250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Meeting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4F6C6-E74E-47E2-89B4-BD1C9364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booking keeps the appointment’s location available at the right moment.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53024-6B92-49F9-9487-552B27A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98C04-A432-4040-9978-0AF8852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Open the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39AE7-BDF7-43B7-BE57-5020BB15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can focus on the destination and show an indoor path across floors.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57ED4-9E48-4BC2-9A2A-9B53B8A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26993-64AD-46BA-966F-EB9939BF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06550-8E75-4FD8-85BF-67545C11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Flutter application · PocketBase scheduling data · FIT indoor map data</a:t>
            </a:r>
          </a:p>
        </p:txBody>
      </p:sp>
    </p:spTree>
    <p:extLst>
      <p:ext uri="{BB962C8B-B14F-4D97-AF65-F5344CB8AC3E}">
        <p14:creationId xmlns:p14="http://schemas.microsoft.com/office/powerpoint/2010/main" val="688295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8690A-CEA3-4586-8459-7F20763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793C2-340D-44C8-9748-2BD21FE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Student 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3D8DB-3B5E-4DDE-8053-BECE534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C7407-6305-4B84-B876-7E89B7F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03af7ec6f481e"/>
          <a:srcRect xmlns:a="http://schemas.openxmlformats.org/drawingml/2006/main" l="4762" t="0" r="47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62125"/>
            <a:ext cx="4095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f5125eeb84628"/>
          <a:srcRect xmlns:a="http://schemas.openxmlformats.org/drawingml/2006/main" l="4762" t="0" r="47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62125"/>
            <a:ext cx="4095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94F7C-A852-4AF2-8758-99539494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62125"/>
            <a:ext cx="1866900" cy="3905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12D6C-5DF0-4BF5-84C1-A0CFF8E6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professor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100F-7282-44F4-A7E7-D6B1EED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2B8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3528C-EAB8-4E52-AFAB-54F8F71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2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View availability by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55B8-EF6F-4D70-BAB7-545FDB77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57700"/>
            <a:ext cx="128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Pick an open slot and add a 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754DD-90A5-4F7F-90F9-133066BA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The app replaces guesswork with visible times.</a:t>
            </a:r>
          </a:p>
        </p:txBody>
      </p:sp>
    </p:spTree>
    <p:extLst>
      <p:ext uri="{BB962C8B-B14F-4D97-AF65-F5344CB8AC3E}">
        <p14:creationId xmlns:p14="http://schemas.microsoft.com/office/powerpoint/2010/main" val="946451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4E98F-AF15-4A9B-AC9B-98E86FD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1130E-2DC5-4185-9857-8673F4D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Availability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BEE5E-176D-40B7-923D-F8009124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2F99-BBC4-46D3-A003-812FE72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6dfb368304d09"/>
          <a:srcRect xmlns:a="http://schemas.openxmlformats.org/drawingml/2006/main" l="6241" t="0" r="6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400050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c925eee754fee"/>
          <a:srcRect xmlns:a="http://schemas.openxmlformats.org/drawingml/2006/main" l="6241" t="0" r="6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1752600"/>
            <a:ext cx="400050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7D51A-7FCE-475F-B8DA-218D1DC1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288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For staff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8E94E-E20E-4F59-9D8D-3E9B6D25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047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2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Recurring availability fits a university timetable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E5569-B18C-4B61-A7FF-172D428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Define a time range.</a:t>
            </a:r>
          </a:p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Review appointments.</a:t>
            </a:r>
          </a:p>
          <a:p xmlns:a="http://schemas.openxmlformats.org/drawingml/2006/main"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Block exceptions such as holidays or conferences.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9639D-6FC9-4C21-BB68-4F33A854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53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Weekly views keep incoming requests visible.</a:t>
            </a:r>
          </a:p>
        </p:txBody>
      </p:sp>
    </p:spTree>
    <p:extLst>
      <p:ext uri="{BB962C8B-B14F-4D97-AF65-F5344CB8AC3E}">
        <p14:creationId xmlns:p14="http://schemas.microsoft.com/office/powerpoint/2010/main" val="72176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AE23C-E772-436F-A112-607F738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FITMAPS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2B728-365B-4794-9875-8E5A5AA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Indoor map and room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A61DE-7777-4EE4-9342-66FCF92A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610C3-5864-4490-9B1B-55565825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15de1006d4ce7"/>
          <a:srcRect xmlns:a="http://schemas.openxmlformats.org/drawingml/2006/main" l="0" t="10224" r="0" b="10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33550"/>
            <a:ext cx="58293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8A826-4AB9-41A1-B4B3-221CC3E3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66900"/>
            <a:ext cx="3905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1FC33-4BCE-4A3F-A3B8-1B8B88D2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Campus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BDB3A-395F-45A4-885E-7D2AB84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6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interactive map supports panning, zooming, room selection, and search for labs or offices.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0A30F-5389-451C-BBC7-1E66DB18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D9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201E2-D304-45F8-9CD2-7E83CA27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05325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FIT campus data supports the project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507747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92433-2198-4401-886A-63DDD97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E631-28CE-4408-9245-5D216FC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Multi-floor route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27FEC-F54C-4866-8932-3DDA55F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28DDD-3B3E-486B-9CC3-92C330F2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507C9-A256-4457-B3F4-E735234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810000" cy="4000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A9DBD-BEB3-4C81-A907-1BE3C29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87F24-2B1E-402B-A7F4-7A021CD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8D89A-0897-4641-9B66-B6109C47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BEF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FF0"/>
                </a:solidFill>
                <a:latin typeface="Aptos"/>
                <a:ea typeface="Aptos"/>
                <a:cs typeface="Aptos"/>
              </a:rPr>
              <a:t>Corridor and stair or elevator transition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0FFE-FE0D-4B8A-87C8-61AAE758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29075"/>
            <a:ext cx="0" cy="666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F3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88C86-AE95-4CE2-81AE-381C2228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Room destination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13ebf44a14b31"/>
          <a:srcRect xmlns:a="http://schemas.openxmlformats.org/drawingml/2006/main" l="0" t="14618" r="0" b="1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743075"/>
            <a:ext cx="65532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CA970-7510-4342-9E1E-A23D706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Dijkstra finds the lowest-weight path on the mapped campus graph; a floor-change penalty helps avoid unnecessary transitions.</a:t>
            </a:r>
          </a:p>
        </p:txBody>
      </p:sp>
    </p:spTree>
    <p:extLst>
      <p:ext uri="{BB962C8B-B14F-4D97-AF65-F5344CB8AC3E}">
        <p14:creationId xmlns:p14="http://schemas.microsoft.com/office/powerpoint/2010/main" val="1110999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EFF6B-7668-4C55-BD0E-7C5F4CA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6D79-14FB-4009-A502-01A1FBA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The meeting location can become a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B9E8E-0454-4A82-9DC0-09C0D97E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764E6-1E25-4474-91A1-2C34DF6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621B2-55A1-4424-8F73-8397F38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20C91-7A3B-42AB-81FB-1923129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A2993-C0CC-47EC-85A0-B673B20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2EB44-D060-4F61-8F5B-4005DDBD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 confirmed consultation includes its room.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9B6B7-3FD7-4037-9DF0-D460C95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FD954-42C8-40A6-9A05-E314B628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C7F89"/>
          </a:solidFill>
          <a:ln xmlns:a="http://schemas.openxmlformats.org/drawingml/2006/main" w="9525">
            <a:solidFill>
              <a:srgbClr val="0C7F8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FE02-CD71-4303-AFBD-3623FB5B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9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6567E-1DC0-4D75-A0A1-8D2C1A23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76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Navigate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40D82-46BA-417C-B8A5-270274E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90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user opens navigation from meeting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46EB7-31B4-4C02-97DC-60403BF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7810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7F589-295B-4908-AB5D-B24D4016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C4A3B-6410-4A93-9AC4-E842DC87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220E6-4EE1-4732-A929-AB4ED26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488A7-F7C0-43FB-ACBF-F1664B9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targets the office and shows directions.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517C0-4C9D-41E4-9368-04EC5DFE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62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This connection helps users act on a booking without switching to a separate wayfinding tool.</a:t>
            </a:r>
          </a:p>
        </p:txBody>
      </p:sp>
    </p:spTree>
    <p:extLst>
      <p:ext uri="{BB962C8B-B14F-4D97-AF65-F5344CB8AC3E}">
        <p14:creationId xmlns:p14="http://schemas.microsoft.com/office/powerpoint/2010/main" val="282246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9DE37-92D3-49D9-A317-F5977B1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TECHNICAL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C29F8-252E-4CC3-A246-CFFFDB1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Prototype architecture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D9B98-9282-42FC-9F0F-09ABAF1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16DD8-AC08-477C-B987-5FFBD74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33673-20F1-4B68-8724-264CC9B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solidFill>
              <a:srgbClr val="0B223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958E0-5AA9-4940-8148-EEC4A79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82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Flutter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A3740-5494-4CC4-B7EE-1131100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2B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F738E-CAAB-4CAB-A447-EB17B33A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457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2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Cross-platform scheduling and map UI</a:t>
            </a:r>
          </a:p>
          <a:p xmlns:a="http://schemas.openxmlformats.org/drawingml/2006/main">
            <a:pPr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Custom-painted indoor geometry</a:t>
            </a:r>
          </a:p>
          <a:p xmlns:a="http://schemas.openxmlformats.org/drawingml/2006/main">
            <a:pPr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Room search, floor selection, pan and zoom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108DE-4767-4D36-BD10-89E4D361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12002-D738-47A1-ACD6-9F433CFC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7688A-6A09-45AC-B85D-D1437BC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82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4C7D8-6987-4E10-895A-39C4F354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C7F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E81EB-A6A5-49E5-A0C2-2212EBA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0400"/>
            <a:ext cx="2457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Dijkstra on 1,004 nodes and 2,116 edges</a:t>
            </a:r>
          </a:p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Weighted floor changes add a 40 m-equivalent penalty</a:t>
            </a:r>
          </a:p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Mapped stairs and elevators guide transitions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76D70-C52A-4905-AF9F-8887BEE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07D1-7D99-4871-A330-EBD3F31C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5DD51-DE27-4780-BF6F-AAF5BFA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82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Scheduling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35134-310C-45AC-90CD-EFD62682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2417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C7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E7C14-B1B9-4DC4-9771-7D35B6B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457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Node.js Express API with PocketBase and SQLite</a:t>
            </a:r>
          </a:p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Recurring templates and date-specific slots</a:t>
            </a:r>
          </a:p>
          <a:p xmlns:a="http://schemas.openxmlformats.org/drawingml/2006/main">
            <a:pPr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Unique slot key rejects duplicates with HTTP 409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00136-840D-4493-A424-A41F1031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Current scope: static indoor data and heuristic weighting. Live positioning, calendar integration, security/load testing, and campus validation belong to the next pilot.</a:t>
            </a:r>
          </a:p>
        </p:txBody>
      </p:sp>
    </p:spTree>
    <p:extLst>
      <p:ext uri="{BB962C8B-B14F-4D97-AF65-F5344CB8AC3E}">
        <p14:creationId xmlns:p14="http://schemas.microsoft.com/office/powerpoint/2010/main" val="798612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279BF-CE02-4951-9909-95FB9BC9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10B17-5DC7-4656-90AC-6B553A7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Future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C9F33-3D5C-4BEE-B1A3-FFFD2FD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D9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E9115-6B77-4E8D-A958-C283611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18A0B-CDDE-49D2-B8A0-E30E2C3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Where the prototype can grow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7C478-1291-418B-9DD0-CE9563CE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09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7F8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AF36B-917B-4CB6-A253-EB77431C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BFF07-8741-46F5-A7F3-FBA0244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527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BLE 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ECE62-3E97-4893-9788-2589C8B1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Use indoor beacons to estimate the user’s live location.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07004-2C5F-45A0-8A3F-A3D73127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09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27CEE-BEDD-4315-92E7-A7FFDFC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657D6-79B7-4EF3-9125-CCBC2E6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Campus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BC2B5-BB19-4EA9-9C31-30D8ADE5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Extend the map dataset beyond the primary FIT 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CA121-958C-42CF-B6C3-5B201F9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09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C3A29-4E30-4C11-A7A1-301CE14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7EE2B-6D66-4831-8954-CE36AEB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Wider adoption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79925-E91D-4D67-A81A-D268CF01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149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Adapt the scheduling and map model for other faculties or universities.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19EA8-0BC1-48DB-AD64-23CF470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62150"/>
            <a:ext cx="2857500" cy="36385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BC503-4C01-4091-BB69-6B6E6B8E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2412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143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53D68-69B6-4F0E-A7AB-E8ED9DD0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67075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26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A practical foundation for easier campus meetings.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78C9B-28AE-4304-BC71-6E93341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48175"/>
            <a:ext cx="1524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84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A441B-E828-48ED-B330-3602D671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3608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2026-09-10T21:54:56.7070000Z</dcterms:created>
  <dcterms:modified xsi:type="dcterms:W3CDTF">2026-09-10T21:54:56.7070000Z</dcterms:modified>
</coreProperties>
</file>